
<file path=[Content_Types].xml><?xml version="1.0" encoding="utf-8"?>
<Types xmlns="http://schemas.openxmlformats.org/package/2006/content-types">
  <Default Extension="bin" ContentType="image/unknown"/>
  <Default Extension="fntdata" ContentType="application/x-fontdata"/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12192000"/>
  <p:embeddedFontLst>
    <p:embeddedFont>
      <p:font typeface="Hedvig Letters Sans" panose="020B0604020202020204" charset="0"/>
      <p:regular r:id="rId8"/>
    </p:embeddedFont>
    <p:embeddedFont>
      <p:font typeface="Quattrocento Sans" panose="020B0502050000020003" pitchFamily="34" charset="0"/>
      <p:regular r:id="rId9"/>
      <p:bold r:id="rId10"/>
    </p:embeddedFont>
    <p:embeddedFont>
      <p:font typeface="Sorts Mill Goudy" panose="020B0604020202020204" charset="0"/>
      <p:regular r:id="rId1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693271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bin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585C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vdlhuaydfxdni/images/cover_background.jpg"/>
          <p:cNvPicPr>
            <a:picLocks noChangeAspect="1"/>
          </p:cNvPicPr>
          <p:nvPr/>
        </p:nvPicPr>
        <p:blipFill>
          <a:blip r:embed="rId3"/>
          <a:srcRect t="781" b="781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585C45">
                  <a:alpha val="85000"/>
                </a:srgbClr>
              </a:gs>
              <a:gs pos="50000">
                <a:srgbClr val="585C45">
                  <a:alpha val="7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381000" y="1806153"/>
            <a:ext cx="699135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200" b="1" dirty="0">
                <a:solidFill>
                  <a:srgbClr val="F8F5F2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Early Childhood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200" b="1" dirty="0">
                <a:solidFill>
                  <a:srgbClr val="F8F5F2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Development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381000" y="4320728"/>
            <a:ext cx="1219200" cy="38100"/>
          </a:xfrm>
          <a:custGeom>
            <a:avLst/>
            <a:gdLst/>
            <a:ahLst/>
            <a:cxnLst/>
            <a:rect l="l" t="t" r="r" b="b"/>
            <a:pathLst>
              <a:path w="1219200" h="38100">
                <a:moveTo>
                  <a:pt x="0" y="0"/>
                </a:moveTo>
                <a:lnTo>
                  <a:pt x="1219200" y="0"/>
                </a:lnTo>
                <a:lnTo>
                  <a:pt x="1219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381000" y="4587379"/>
            <a:ext cx="6677025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250" dirty="0">
                <a:solidFill>
                  <a:srgbClr val="F8F5F2">
                    <a:alpha val="95000"/>
                  </a:srgbClr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Storytelling, Motor Skills &amp; Montessori Learning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533301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A3B1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45232" y="695151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42875" y="78860"/>
                </a:moveTo>
                <a:lnTo>
                  <a:pt x="142875" y="251482"/>
                </a:lnTo>
                <a:lnTo>
                  <a:pt x="143154" y="251371"/>
                </a:lnTo>
                <a:cubicBezTo>
                  <a:pt x="173627" y="238702"/>
                  <a:pt x="206332" y="232172"/>
                  <a:pt x="239316" y="232172"/>
                </a:cubicBezTo>
                <a:lnTo>
                  <a:pt x="250031" y="232172"/>
                </a:lnTo>
                <a:lnTo>
                  <a:pt x="250031" y="53578"/>
                </a:lnTo>
                <a:lnTo>
                  <a:pt x="239316" y="53578"/>
                </a:lnTo>
                <a:cubicBezTo>
                  <a:pt x="215764" y="53578"/>
                  <a:pt x="192379" y="58266"/>
                  <a:pt x="170613" y="67308"/>
                </a:cubicBezTo>
                <a:cubicBezTo>
                  <a:pt x="161237" y="71214"/>
                  <a:pt x="151972" y="75065"/>
                  <a:pt x="142875" y="78860"/>
                </a:cubicBezTo>
                <a:close/>
                <a:moveTo>
                  <a:pt x="128867" y="34323"/>
                </a:moveTo>
                <a:lnTo>
                  <a:pt x="142875" y="40184"/>
                </a:lnTo>
                <a:lnTo>
                  <a:pt x="156883" y="34323"/>
                </a:lnTo>
                <a:cubicBezTo>
                  <a:pt x="183003" y="23440"/>
                  <a:pt x="211020" y="17859"/>
                  <a:pt x="239316" y="17859"/>
                </a:cubicBezTo>
                <a:lnTo>
                  <a:pt x="258961" y="17859"/>
                </a:lnTo>
                <a:cubicBezTo>
                  <a:pt x="273751" y="17859"/>
                  <a:pt x="285750" y="29859"/>
                  <a:pt x="285750" y="44648"/>
                </a:cubicBezTo>
                <a:lnTo>
                  <a:pt x="285750" y="241102"/>
                </a:lnTo>
                <a:cubicBezTo>
                  <a:pt x="285750" y="255891"/>
                  <a:pt x="273751" y="267891"/>
                  <a:pt x="258961" y="267891"/>
                </a:cubicBezTo>
                <a:lnTo>
                  <a:pt x="239316" y="267891"/>
                </a:lnTo>
                <a:cubicBezTo>
                  <a:pt x="211020" y="267891"/>
                  <a:pt x="183003" y="273472"/>
                  <a:pt x="156883" y="284355"/>
                </a:cubicBezTo>
                <a:lnTo>
                  <a:pt x="149740" y="287313"/>
                </a:lnTo>
                <a:cubicBezTo>
                  <a:pt x="145331" y="289154"/>
                  <a:pt x="140419" y="289154"/>
                  <a:pt x="136010" y="287313"/>
                </a:cubicBezTo>
                <a:lnTo>
                  <a:pt x="128867" y="284355"/>
                </a:lnTo>
                <a:cubicBezTo>
                  <a:pt x="102747" y="273472"/>
                  <a:pt x="74730" y="267891"/>
                  <a:pt x="46434" y="267891"/>
                </a:cubicBezTo>
                <a:lnTo>
                  <a:pt x="26789" y="267891"/>
                </a:lnTo>
                <a:cubicBezTo>
                  <a:pt x="11999" y="267891"/>
                  <a:pt x="0" y="255891"/>
                  <a:pt x="0" y="241102"/>
                </a:cubicBezTo>
                <a:lnTo>
                  <a:pt x="0" y="44648"/>
                </a:lnTo>
                <a:cubicBezTo>
                  <a:pt x="0" y="29859"/>
                  <a:pt x="11999" y="17859"/>
                  <a:pt x="26789" y="17859"/>
                </a:cubicBezTo>
                <a:lnTo>
                  <a:pt x="46434" y="17859"/>
                </a:lnTo>
                <a:cubicBezTo>
                  <a:pt x="74730" y="17859"/>
                  <a:pt x="102747" y="23440"/>
                  <a:pt x="128867" y="34323"/>
                </a:cubicBezTo>
                <a:close/>
              </a:path>
            </a:pathLst>
          </a:custGeom>
          <a:solidFill>
            <a:srgbClr val="F8F5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142876" y="381000"/>
            <a:ext cx="530542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500" b="1" dirty="0">
                <a:solidFill>
                  <a:srgbClr val="585C45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Storytelling for Kids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42876" y="990575"/>
            <a:ext cx="51339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dirty="0">
                <a:solidFill>
                  <a:srgbClr val="A3B18A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📖 Opening Worlds Through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1000" y="1578818"/>
            <a:ext cx="7200900" cy="1162050"/>
          </a:xfrm>
          <a:custGeom>
            <a:avLst/>
            <a:gdLst/>
            <a:ahLst/>
            <a:cxnLst/>
            <a:rect l="l" t="t" r="r" b="b"/>
            <a:pathLst>
              <a:path w="7200900" h="1162050">
                <a:moveTo>
                  <a:pt x="114299" y="0"/>
                </a:moveTo>
                <a:lnTo>
                  <a:pt x="7086601" y="0"/>
                </a:lnTo>
                <a:cubicBezTo>
                  <a:pt x="7149726" y="0"/>
                  <a:pt x="7200900" y="51174"/>
                  <a:pt x="7200900" y="114299"/>
                </a:cubicBezTo>
                <a:lnTo>
                  <a:pt x="7200900" y="1047751"/>
                </a:lnTo>
                <a:cubicBezTo>
                  <a:pt x="7200900" y="1110876"/>
                  <a:pt x="7149726" y="1162050"/>
                  <a:pt x="7086601" y="1162050"/>
                </a:cubicBezTo>
                <a:lnTo>
                  <a:pt x="114299" y="1162050"/>
                </a:lnTo>
                <a:cubicBezTo>
                  <a:pt x="51174" y="1162050"/>
                  <a:pt x="0" y="1110876"/>
                  <a:pt x="0" y="1047751"/>
                </a:cubicBezTo>
                <a:lnTo>
                  <a:pt x="0" y="114299"/>
                </a:lnTo>
                <a:cubicBezTo>
                  <a:pt x="0" y="51174"/>
                  <a:pt x="51174" y="0"/>
                  <a:pt x="114299" y="0"/>
                </a:cubicBezTo>
                <a:close/>
              </a:path>
            </a:pathLst>
          </a:custGeom>
          <a:solidFill>
            <a:srgbClr val="FFFFFF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33301" y="1769194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40457" y="1873994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40184" y="18752"/>
                </a:moveTo>
                <a:cubicBezTo>
                  <a:pt x="40184" y="8405"/>
                  <a:pt x="48589" y="0"/>
                  <a:pt x="58936" y="0"/>
                </a:cubicBezTo>
                <a:lnTo>
                  <a:pt x="66973" y="0"/>
                </a:lnTo>
                <a:cubicBezTo>
                  <a:pt x="72900" y="0"/>
                  <a:pt x="77688" y="4789"/>
                  <a:pt x="77688" y="10716"/>
                </a:cubicBezTo>
                <a:lnTo>
                  <a:pt x="77688" y="160734"/>
                </a:lnTo>
                <a:cubicBezTo>
                  <a:pt x="77688" y="166661"/>
                  <a:pt x="72900" y="171450"/>
                  <a:pt x="66973" y="171450"/>
                </a:cubicBezTo>
                <a:lnTo>
                  <a:pt x="56257" y="171450"/>
                </a:lnTo>
                <a:cubicBezTo>
                  <a:pt x="46278" y="171450"/>
                  <a:pt x="37873" y="164619"/>
                  <a:pt x="35496" y="155377"/>
                </a:cubicBezTo>
                <a:cubicBezTo>
                  <a:pt x="35261" y="155377"/>
                  <a:pt x="35060" y="155377"/>
                  <a:pt x="34826" y="155377"/>
                </a:cubicBezTo>
                <a:cubicBezTo>
                  <a:pt x="20025" y="155377"/>
                  <a:pt x="8037" y="143388"/>
                  <a:pt x="8037" y="128588"/>
                </a:cubicBezTo>
                <a:cubicBezTo>
                  <a:pt x="8037" y="122560"/>
                  <a:pt x="10046" y="117001"/>
                  <a:pt x="13395" y="112514"/>
                </a:cubicBezTo>
                <a:cubicBezTo>
                  <a:pt x="6898" y="107625"/>
                  <a:pt x="2679" y="99856"/>
                  <a:pt x="2679" y="91083"/>
                </a:cubicBezTo>
                <a:cubicBezTo>
                  <a:pt x="2679" y="80736"/>
                  <a:pt x="8573" y="71728"/>
                  <a:pt x="17145" y="67274"/>
                </a:cubicBezTo>
                <a:cubicBezTo>
                  <a:pt x="14767" y="63256"/>
                  <a:pt x="13395" y="58568"/>
                  <a:pt x="13395" y="53578"/>
                </a:cubicBezTo>
                <a:cubicBezTo>
                  <a:pt x="13395" y="38777"/>
                  <a:pt x="25383" y="26789"/>
                  <a:pt x="40184" y="26789"/>
                </a:cubicBezTo>
                <a:lnTo>
                  <a:pt x="40184" y="18752"/>
                </a:lnTo>
                <a:close/>
                <a:moveTo>
                  <a:pt x="131266" y="18752"/>
                </a:moveTo>
                <a:lnTo>
                  <a:pt x="131266" y="26789"/>
                </a:lnTo>
                <a:cubicBezTo>
                  <a:pt x="146067" y="26789"/>
                  <a:pt x="158055" y="38777"/>
                  <a:pt x="158055" y="53578"/>
                </a:cubicBezTo>
                <a:cubicBezTo>
                  <a:pt x="158055" y="58601"/>
                  <a:pt x="156683" y="63289"/>
                  <a:pt x="154305" y="67274"/>
                </a:cubicBezTo>
                <a:cubicBezTo>
                  <a:pt x="162911" y="71728"/>
                  <a:pt x="168771" y="80702"/>
                  <a:pt x="168771" y="91083"/>
                </a:cubicBezTo>
                <a:cubicBezTo>
                  <a:pt x="168771" y="99856"/>
                  <a:pt x="164552" y="107625"/>
                  <a:pt x="158055" y="112514"/>
                </a:cubicBezTo>
                <a:cubicBezTo>
                  <a:pt x="161404" y="117001"/>
                  <a:pt x="163413" y="122560"/>
                  <a:pt x="163413" y="128588"/>
                </a:cubicBezTo>
                <a:cubicBezTo>
                  <a:pt x="163413" y="143388"/>
                  <a:pt x="151425" y="155377"/>
                  <a:pt x="136624" y="155377"/>
                </a:cubicBezTo>
                <a:cubicBezTo>
                  <a:pt x="136390" y="155377"/>
                  <a:pt x="136189" y="155377"/>
                  <a:pt x="135954" y="155377"/>
                </a:cubicBezTo>
                <a:cubicBezTo>
                  <a:pt x="133577" y="164619"/>
                  <a:pt x="125172" y="171450"/>
                  <a:pt x="115193" y="171450"/>
                </a:cubicBezTo>
                <a:lnTo>
                  <a:pt x="104477" y="171450"/>
                </a:lnTo>
                <a:cubicBezTo>
                  <a:pt x="98550" y="171450"/>
                  <a:pt x="93762" y="166661"/>
                  <a:pt x="93762" y="160734"/>
                </a:cubicBezTo>
                <a:lnTo>
                  <a:pt x="93762" y="10716"/>
                </a:lnTo>
                <a:cubicBezTo>
                  <a:pt x="93762" y="4789"/>
                  <a:pt x="98550" y="0"/>
                  <a:pt x="104477" y="0"/>
                </a:cubicBezTo>
                <a:lnTo>
                  <a:pt x="112514" y="0"/>
                </a:lnTo>
                <a:cubicBezTo>
                  <a:pt x="122861" y="0"/>
                  <a:pt x="131266" y="8405"/>
                  <a:pt x="131266" y="18752"/>
                </a:cubicBezTo>
                <a:close/>
              </a:path>
            </a:pathLst>
          </a:custGeom>
          <a:solidFill>
            <a:srgbClr val="F8F5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66602" y="1731119"/>
            <a:ext cx="64579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585C4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Develops Imagination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66602" y="2035844"/>
            <a:ext cx="6448425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3A3A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Stories transport children to magical worlds, fostering creativity and imaginative thinking.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81000" y="2897312"/>
            <a:ext cx="7200900" cy="1162050"/>
          </a:xfrm>
          <a:custGeom>
            <a:avLst/>
            <a:gdLst/>
            <a:ahLst/>
            <a:cxnLst/>
            <a:rect l="l" t="t" r="r" b="b"/>
            <a:pathLst>
              <a:path w="7200900" h="1162050">
                <a:moveTo>
                  <a:pt x="114299" y="0"/>
                </a:moveTo>
                <a:lnTo>
                  <a:pt x="7086601" y="0"/>
                </a:lnTo>
                <a:cubicBezTo>
                  <a:pt x="7149726" y="0"/>
                  <a:pt x="7200900" y="51174"/>
                  <a:pt x="7200900" y="114299"/>
                </a:cubicBezTo>
                <a:lnTo>
                  <a:pt x="7200900" y="1047751"/>
                </a:lnTo>
                <a:cubicBezTo>
                  <a:pt x="7200900" y="1110876"/>
                  <a:pt x="7149726" y="1162050"/>
                  <a:pt x="7086601" y="1162050"/>
                </a:cubicBezTo>
                <a:lnTo>
                  <a:pt x="114299" y="1162050"/>
                </a:lnTo>
                <a:cubicBezTo>
                  <a:pt x="51174" y="1162050"/>
                  <a:pt x="0" y="1110876"/>
                  <a:pt x="0" y="1047751"/>
                </a:cubicBezTo>
                <a:lnTo>
                  <a:pt x="0" y="114299"/>
                </a:lnTo>
                <a:cubicBezTo>
                  <a:pt x="0" y="51174"/>
                  <a:pt x="51174" y="0"/>
                  <a:pt x="114299" y="0"/>
                </a:cubicBezTo>
                <a:close/>
              </a:path>
            </a:pathLst>
          </a:custGeom>
          <a:solidFill>
            <a:srgbClr val="FFFFFF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533301" y="3087687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A3B1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40457" y="3192487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127114" y="100"/>
                </a:moveTo>
                <a:cubicBezTo>
                  <a:pt x="124134" y="502"/>
                  <a:pt x="121354" y="2177"/>
                  <a:pt x="119613" y="4822"/>
                </a:cubicBezTo>
                <a:cubicBezTo>
                  <a:pt x="117336" y="8305"/>
                  <a:pt x="117269" y="12892"/>
                  <a:pt x="119479" y="16408"/>
                </a:cubicBezTo>
                <a:cubicBezTo>
                  <a:pt x="121354" y="19389"/>
                  <a:pt x="124670" y="20661"/>
                  <a:pt x="127449" y="22603"/>
                </a:cubicBezTo>
                <a:cubicBezTo>
                  <a:pt x="129960" y="24345"/>
                  <a:pt x="133343" y="27023"/>
                  <a:pt x="136725" y="30707"/>
                </a:cubicBezTo>
                <a:cubicBezTo>
                  <a:pt x="143422" y="37973"/>
                  <a:pt x="149952" y="48890"/>
                  <a:pt x="149952" y="64294"/>
                </a:cubicBezTo>
                <a:cubicBezTo>
                  <a:pt x="149952" y="70221"/>
                  <a:pt x="154740" y="75009"/>
                  <a:pt x="160667" y="75009"/>
                </a:cubicBezTo>
                <a:cubicBezTo>
                  <a:pt x="166594" y="75009"/>
                  <a:pt x="171383" y="70221"/>
                  <a:pt x="171383" y="64294"/>
                </a:cubicBezTo>
                <a:cubicBezTo>
                  <a:pt x="171383" y="42193"/>
                  <a:pt x="161839" y="26320"/>
                  <a:pt x="152463" y="16174"/>
                </a:cubicBezTo>
                <a:cubicBezTo>
                  <a:pt x="147809" y="11117"/>
                  <a:pt x="143154" y="7434"/>
                  <a:pt x="139638" y="5023"/>
                </a:cubicBezTo>
                <a:cubicBezTo>
                  <a:pt x="135954" y="2478"/>
                  <a:pt x="131769" y="-536"/>
                  <a:pt x="127047" y="100"/>
                </a:cubicBezTo>
                <a:close/>
                <a:moveTo>
                  <a:pt x="80367" y="42863"/>
                </a:moveTo>
                <a:cubicBezTo>
                  <a:pt x="61079" y="42863"/>
                  <a:pt x="45173" y="57463"/>
                  <a:pt x="43097" y="76181"/>
                </a:cubicBezTo>
                <a:cubicBezTo>
                  <a:pt x="42461" y="82075"/>
                  <a:pt x="37136" y="86294"/>
                  <a:pt x="31276" y="85658"/>
                </a:cubicBezTo>
                <a:cubicBezTo>
                  <a:pt x="25416" y="85022"/>
                  <a:pt x="21163" y="79697"/>
                  <a:pt x="21800" y="73837"/>
                </a:cubicBezTo>
                <a:cubicBezTo>
                  <a:pt x="25048" y="44369"/>
                  <a:pt x="50029" y="21431"/>
                  <a:pt x="80367" y="21431"/>
                </a:cubicBezTo>
                <a:cubicBezTo>
                  <a:pt x="112916" y="21431"/>
                  <a:pt x="139303" y="47818"/>
                  <a:pt x="139303" y="80367"/>
                </a:cubicBezTo>
                <a:cubicBezTo>
                  <a:pt x="139303" y="95771"/>
                  <a:pt x="133376" y="109802"/>
                  <a:pt x="123698" y="120316"/>
                </a:cubicBezTo>
                <a:cubicBezTo>
                  <a:pt x="119680" y="124670"/>
                  <a:pt x="117872" y="128621"/>
                  <a:pt x="117872" y="131936"/>
                </a:cubicBezTo>
                <a:lnTo>
                  <a:pt x="117872" y="133979"/>
                </a:lnTo>
                <a:cubicBezTo>
                  <a:pt x="117872" y="154707"/>
                  <a:pt x="101095" y="171483"/>
                  <a:pt x="80367" y="171483"/>
                </a:cubicBezTo>
                <a:cubicBezTo>
                  <a:pt x="74440" y="171483"/>
                  <a:pt x="69652" y="166695"/>
                  <a:pt x="69652" y="160768"/>
                </a:cubicBezTo>
                <a:cubicBezTo>
                  <a:pt x="69652" y="154841"/>
                  <a:pt x="74440" y="150052"/>
                  <a:pt x="80367" y="150052"/>
                </a:cubicBezTo>
                <a:cubicBezTo>
                  <a:pt x="89241" y="150052"/>
                  <a:pt x="96441" y="142853"/>
                  <a:pt x="96441" y="133979"/>
                </a:cubicBezTo>
                <a:lnTo>
                  <a:pt x="96441" y="131936"/>
                </a:lnTo>
                <a:cubicBezTo>
                  <a:pt x="96441" y="120919"/>
                  <a:pt x="102267" y="111978"/>
                  <a:pt x="107960" y="105817"/>
                </a:cubicBezTo>
                <a:cubicBezTo>
                  <a:pt x="114121" y="99120"/>
                  <a:pt x="117872" y="90212"/>
                  <a:pt x="117872" y="80401"/>
                </a:cubicBezTo>
                <a:cubicBezTo>
                  <a:pt x="117872" y="59673"/>
                  <a:pt x="101095" y="42896"/>
                  <a:pt x="80367" y="42896"/>
                </a:cubicBezTo>
                <a:close/>
                <a:moveTo>
                  <a:pt x="0" y="160734"/>
                </a:moveTo>
                <a:cubicBezTo>
                  <a:pt x="0" y="154820"/>
                  <a:pt x="4802" y="150019"/>
                  <a:pt x="10716" y="150019"/>
                </a:cubicBezTo>
                <a:cubicBezTo>
                  <a:pt x="16630" y="150019"/>
                  <a:pt x="21431" y="154820"/>
                  <a:pt x="21431" y="160734"/>
                </a:cubicBezTo>
                <a:cubicBezTo>
                  <a:pt x="21431" y="166648"/>
                  <a:pt x="16630" y="171450"/>
                  <a:pt x="10716" y="171450"/>
                </a:cubicBezTo>
                <a:cubicBezTo>
                  <a:pt x="4802" y="171450"/>
                  <a:pt x="0" y="166648"/>
                  <a:pt x="0" y="160734"/>
                </a:cubicBezTo>
                <a:close/>
                <a:moveTo>
                  <a:pt x="53578" y="128588"/>
                </a:moveTo>
                <a:cubicBezTo>
                  <a:pt x="59492" y="128588"/>
                  <a:pt x="64294" y="123786"/>
                  <a:pt x="64294" y="117872"/>
                </a:cubicBezTo>
                <a:cubicBezTo>
                  <a:pt x="64294" y="111958"/>
                  <a:pt x="59492" y="107156"/>
                  <a:pt x="53578" y="107156"/>
                </a:cubicBezTo>
                <a:cubicBezTo>
                  <a:pt x="47664" y="107156"/>
                  <a:pt x="42863" y="111958"/>
                  <a:pt x="42863" y="117872"/>
                </a:cubicBezTo>
                <a:cubicBezTo>
                  <a:pt x="42863" y="123786"/>
                  <a:pt x="47664" y="128588"/>
                  <a:pt x="53578" y="128588"/>
                </a:cubicBezTo>
                <a:close/>
                <a:moveTo>
                  <a:pt x="28999" y="121020"/>
                </a:moveTo>
                <a:cubicBezTo>
                  <a:pt x="24813" y="116834"/>
                  <a:pt x="18016" y="116834"/>
                  <a:pt x="13830" y="121020"/>
                </a:cubicBezTo>
                <a:cubicBezTo>
                  <a:pt x="9644" y="125205"/>
                  <a:pt x="9644" y="132003"/>
                  <a:pt x="13830" y="136189"/>
                </a:cubicBezTo>
                <a:lnTo>
                  <a:pt x="35261" y="157620"/>
                </a:lnTo>
                <a:cubicBezTo>
                  <a:pt x="39447" y="161806"/>
                  <a:pt x="46245" y="161806"/>
                  <a:pt x="50430" y="157620"/>
                </a:cubicBezTo>
                <a:cubicBezTo>
                  <a:pt x="54616" y="153434"/>
                  <a:pt x="54616" y="146637"/>
                  <a:pt x="50430" y="142451"/>
                </a:cubicBezTo>
                <a:lnTo>
                  <a:pt x="28999" y="121020"/>
                </a:lnTo>
                <a:close/>
                <a:moveTo>
                  <a:pt x="80367" y="69652"/>
                </a:moveTo>
                <a:cubicBezTo>
                  <a:pt x="74440" y="69652"/>
                  <a:pt x="69652" y="74440"/>
                  <a:pt x="69652" y="80367"/>
                </a:cubicBezTo>
                <a:cubicBezTo>
                  <a:pt x="69652" y="84821"/>
                  <a:pt x="66069" y="88404"/>
                  <a:pt x="61615" y="88404"/>
                </a:cubicBezTo>
                <a:cubicBezTo>
                  <a:pt x="57161" y="88404"/>
                  <a:pt x="53578" y="84821"/>
                  <a:pt x="53578" y="80367"/>
                </a:cubicBezTo>
                <a:cubicBezTo>
                  <a:pt x="53578" y="65566"/>
                  <a:pt x="65566" y="53578"/>
                  <a:pt x="80367" y="53578"/>
                </a:cubicBezTo>
                <a:cubicBezTo>
                  <a:pt x="95168" y="53578"/>
                  <a:pt x="107156" y="65566"/>
                  <a:pt x="107156" y="80367"/>
                </a:cubicBezTo>
                <a:cubicBezTo>
                  <a:pt x="107156" y="84821"/>
                  <a:pt x="103573" y="88404"/>
                  <a:pt x="99120" y="88404"/>
                </a:cubicBezTo>
                <a:cubicBezTo>
                  <a:pt x="94666" y="88404"/>
                  <a:pt x="91083" y="84821"/>
                  <a:pt x="91083" y="80367"/>
                </a:cubicBezTo>
                <a:cubicBezTo>
                  <a:pt x="91083" y="74440"/>
                  <a:pt x="86294" y="69652"/>
                  <a:pt x="80367" y="69652"/>
                </a:cubicBezTo>
                <a:close/>
              </a:path>
            </a:pathLst>
          </a:custGeom>
          <a:solidFill>
            <a:srgbClr val="F8F5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066602" y="3049612"/>
            <a:ext cx="64579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585C4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Improves Listening Skills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66602" y="3354337"/>
            <a:ext cx="6448425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3A3A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Listening to stories trains children to focus, concentrate, and absorb information attentively.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81000" y="4215804"/>
            <a:ext cx="7200900" cy="1162050"/>
          </a:xfrm>
          <a:custGeom>
            <a:avLst/>
            <a:gdLst/>
            <a:ahLst/>
            <a:cxnLst/>
            <a:rect l="l" t="t" r="r" b="b"/>
            <a:pathLst>
              <a:path w="7200900" h="1162050">
                <a:moveTo>
                  <a:pt x="114299" y="0"/>
                </a:moveTo>
                <a:lnTo>
                  <a:pt x="7086601" y="0"/>
                </a:lnTo>
                <a:cubicBezTo>
                  <a:pt x="7149726" y="0"/>
                  <a:pt x="7200900" y="51174"/>
                  <a:pt x="7200900" y="114299"/>
                </a:cubicBezTo>
                <a:lnTo>
                  <a:pt x="7200900" y="1047751"/>
                </a:lnTo>
                <a:cubicBezTo>
                  <a:pt x="7200900" y="1110876"/>
                  <a:pt x="7149726" y="1162050"/>
                  <a:pt x="7086601" y="1162050"/>
                </a:cubicBezTo>
                <a:lnTo>
                  <a:pt x="114299" y="1162050"/>
                </a:lnTo>
                <a:cubicBezTo>
                  <a:pt x="51174" y="1162050"/>
                  <a:pt x="0" y="1110876"/>
                  <a:pt x="0" y="1047751"/>
                </a:cubicBezTo>
                <a:lnTo>
                  <a:pt x="0" y="114299"/>
                </a:lnTo>
                <a:cubicBezTo>
                  <a:pt x="0" y="51174"/>
                  <a:pt x="51174" y="0"/>
                  <a:pt x="114299" y="0"/>
                </a:cubicBezTo>
                <a:close/>
              </a:path>
            </a:pathLst>
          </a:custGeom>
          <a:solidFill>
            <a:srgbClr val="FFFFFF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33301" y="440618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29741" y="4510980"/>
            <a:ext cx="192881" cy="171450"/>
          </a:xfrm>
          <a:custGeom>
            <a:avLst/>
            <a:gdLst/>
            <a:ahLst/>
            <a:cxnLst/>
            <a:rect l="l" t="t" r="r" b="b"/>
            <a:pathLst>
              <a:path w="192881" h="171450">
                <a:moveTo>
                  <a:pt x="128588" y="48220"/>
                </a:moveTo>
                <a:cubicBezTo>
                  <a:pt x="128588" y="80769"/>
                  <a:pt x="99789" y="107156"/>
                  <a:pt x="64294" y="107156"/>
                </a:cubicBezTo>
                <a:cubicBezTo>
                  <a:pt x="55353" y="107156"/>
                  <a:pt x="46847" y="105482"/>
                  <a:pt x="39112" y="102468"/>
                </a:cubicBezTo>
                <a:lnTo>
                  <a:pt x="11787" y="116934"/>
                </a:lnTo>
                <a:cubicBezTo>
                  <a:pt x="8673" y="118575"/>
                  <a:pt x="4856" y="118006"/>
                  <a:pt x="2344" y="115528"/>
                </a:cubicBezTo>
                <a:cubicBezTo>
                  <a:pt x="-167" y="113050"/>
                  <a:pt x="-737" y="109199"/>
                  <a:pt x="938" y="106085"/>
                </a:cubicBezTo>
                <a:lnTo>
                  <a:pt x="12859" y="83582"/>
                </a:lnTo>
                <a:cubicBezTo>
                  <a:pt x="4789" y="73737"/>
                  <a:pt x="0" y="61481"/>
                  <a:pt x="0" y="48220"/>
                </a:cubicBezTo>
                <a:cubicBezTo>
                  <a:pt x="0" y="15672"/>
                  <a:pt x="28798" y="-10716"/>
                  <a:pt x="64294" y="-10716"/>
                </a:cubicBezTo>
                <a:cubicBezTo>
                  <a:pt x="99789" y="-10716"/>
                  <a:pt x="128588" y="15672"/>
                  <a:pt x="128588" y="48220"/>
                </a:cubicBezTo>
                <a:close/>
                <a:moveTo>
                  <a:pt x="128588" y="171450"/>
                </a:moveTo>
                <a:cubicBezTo>
                  <a:pt x="97077" y="171450"/>
                  <a:pt x="70857" y="150655"/>
                  <a:pt x="65365" y="123230"/>
                </a:cubicBezTo>
                <a:cubicBezTo>
                  <a:pt x="105549" y="122727"/>
                  <a:pt x="140475" y="94130"/>
                  <a:pt x="144326" y="55353"/>
                </a:cubicBezTo>
                <a:cubicBezTo>
                  <a:pt x="172220" y="61782"/>
                  <a:pt x="192881" y="84921"/>
                  <a:pt x="192881" y="112514"/>
                </a:cubicBezTo>
                <a:cubicBezTo>
                  <a:pt x="192881" y="125775"/>
                  <a:pt x="188093" y="138031"/>
                  <a:pt x="180023" y="147876"/>
                </a:cubicBezTo>
                <a:lnTo>
                  <a:pt x="191944" y="170378"/>
                </a:lnTo>
                <a:cubicBezTo>
                  <a:pt x="193584" y="173493"/>
                  <a:pt x="193015" y="177310"/>
                  <a:pt x="190537" y="179822"/>
                </a:cubicBezTo>
                <a:cubicBezTo>
                  <a:pt x="188059" y="182333"/>
                  <a:pt x="184208" y="182902"/>
                  <a:pt x="181094" y="181228"/>
                </a:cubicBezTo>
                <a:lnTo>
                  <a:pt x="153769" y="166762"/>
                </a:lnTo>
                <a:cubicBezTo>
                  <a:pt x="146034" y="169776"/>
                  <a:pt x="137528" y="171450"/>
                  <a:pt x="128588" y="171450"/>
                </a:cubicBezTo>
                <a:close/>
              </a:path>
            </a:pathLst>
          </a:custGeom>
          <a:solidFill>
            <a:srgbClr val="F8F5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066602" y="4368105"/>
            <a:ext cx="64579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585C4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Builds Vocabulary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66602" y="4672831"/>
            <a:ext cx="6448425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3A3A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Exposure to new words and language patterns enriches children's communication abilities.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81000" y="5534297"/>
            <a:ext cx="7200900" cy="885825"/>
          </a:xfrm>
          <a:custGeom>
            <a:avLst/>
            <a:gdLst/>
            <a:ahLst/>
            <a:cxnLst/>
            <a:rect l="l" t="t" r="r" b="b"/>
            <a:pathLst>
              <a:path w="7200900" h="885825">
                <a:moveTo>
                  <a:pt x="114298" y="0"/>
                </a:moveTo>
                <a:lnTo>
                  <a:pt x="7086602" y="0"/>
                </a:lnTo>
                <a:cubicBezTo>
                  <a:pt x="7149685" y="0"/>
                  <a:pt x="7200900" y="51215"/>
                  <a:pt x="7200900" y="114298"/>
                </a:cubicBezTo>
                <a:lnTo>
                  <a:pt x="7200900" y="771527"/>
                </a:lnTo>
                <a:cubicBezTo>
                  <a:pt x="7200900" y="834610"/>
                  <a:pt x="7149685" y="885825"/>
                  <a:pt x="7086602" y="885825"/>
                </a:cubicBezTo>
                <a:lnTo>
                  <a:pt x="114298" y="885825"/>
                </a:lnTo>
                <a:cubicBezTo>
                  <a:pt x="51215" y="885825"/>
                  <a:pt x="0" y="834610"/>
                  <a:pt x="0" y="771527"/>
                </a:cubicBezTo>
                <a:lnTo>
                  <a:pt x="0" y="114298"/>
                </a:lnTo>
                <a:cubicBezTo>
                  <a:pt x="0" y="51215"/>
                  <a:pt x="51215" y="0"/>
                  <a:pt x="114298" y="0"/>
                </a:cubicBezTo>
                <a:close/>
              </a:path>
            </a:pathLst>
          </a:custGeom>
          <a:solidFill>
            <a:srgbClr val="FFFFFF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533301" y="5724674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A3B1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40457" y="5829473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0702" y="29167"/>
                </a:moveTo>
                <a:lnTo>
                  <a:pt x="85725" y="36098"/>
                </a:lnTo>
                <a:lnTo>
                  <a:pt x="90748" y="29167"/>
                </a:lnTo>
                <a:cubicBezTo>
                  <a:pt x="99120" y="17580"/>
                  <a:pt x="112581" y="10716"/>
                  <a:pt x="126880" y="10716"/>
                </a:cubicBezTo>
                <a:cubicBezTo>
                  <a:pt x="151492" y="10716"/>
                  <a:pt x="171450" y="30673"/>
                  <a:pt x="171450" y="55286"/>
                </a:cubicBezTo>
                <a:lnTo>
                  <a:pt x="171450" y="56157"/>
                </a:lnTo>
                <a:cubicBezTo>
                  <a:pt x="171450" y="93728"/>
                  <a:pt x="124603" y="137361"/>
                  <a:pt x="100158" y="156013"/>
                </a:cubicBezTo>
                <a:cubicBezTo>
                  <a:pt x="96005" y="159161"/>
                  <a:pt x="90915" y="160734"/>
                  <a:pt x="85725" y="160734"/>
                </a:cubicBezTo>
                <a:cubicBezTo>
                  <a:pt x="80535" y="160734"/>
                  <a:pt x="75411" y="159194"/>
                  <a:pt x="71292" y="156013"/>
                </a:cubicBezTo>
                <a:cubicBezTo>
                  <a:pt x="46847" y="137361"/>
                  <a:pt x="0" y="93728"/>
                  <a:pt x="0" y="56157"/>
                </a:cubicBezTo>
                <a:lnTo>
                  <a:pt x="0" y="55286"/>
                </a:lnTo>
                <a:cubicBezTo>
                  <a:pt x="0" y="30673"/>
                  <a:pt x="19958" y="10716"/>
                  <a:pt x="44570" y="10716"/>
                </a:cubicBezTo>
                <a:cubicBezTo>
                  <a:pt x="58869" y="10716"/>
                  <a:pt x="72330" y="17580"/>
                  <a:pt x="80702" y="29167"/>
                </a:cubicBezTo>
                <a:close/>
              </a:path>
            </a:pathLst>
          </a:custGeom>
          <a:solidFill>
            <a:srgbClr val="F8F5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1066602" y="5686598"/>
            <a:ext cx="5924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585C4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Teaches Values &amp; Emotions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066602" y="5991324"/>
            <a:ext cx="5915025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3A3A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Stories provide safe spaces to explore feelings, empathy, and moral lessons.</a:t>
            </a:r>
            <a:endParaRPr lang="en-US" sz="1600" dirty="0"/>
          </a:p>
        </p:txBody>
      </p:sp>
      <p:pic>
        <p:nvPicPr>
          <p:cNvPr id="26" name="Image 0" descr="https://kimi-web-img.moonshot.cn/img/blog.kaplanco.com/6ed707ac67b99a48fee68f90b80b1bba6f944c86.jpg"/>
          <p:cNvPicPr>
            <a:picLocks noChangeAspect="1"/>
          </p:cNvPicPr>
          <p:nvPr/>
        </p:nvPicPr>
        <p:blipFill>
          <a:blip r:embed="rId3"/>
          <a:srcRect l="19487" r="19487"/>
          <a:stretch/>
        </p:blipFill>
        <p:spPr>
          <a:xfrm>
            <a:off x="7810500" y="1523876"/>
            <a:ext cx="4000500" cy="3429000"/>
          </a:xfrm>
          <a:prstGeom prst="roundRect">
            <a:avLst>
              <a:gd name="adj" fmla="val 4444"/>
            </a:avLst>
          </a:prstGeom>
        </p:spPr>
      </p:pic>
      <p:sp>
        <p:nvSpPr>
          <p:cNvPr id="27" name="Shape 24"/>
          <p:cNvSpPr/>
          <p:nvPr/>
        </p:nvSpPr>
        <p:spPr>
          <a:xfrm>
            <a:off x="7810500" y="5143376"/>
            <a:ext cx="4000500" cy="762000"/>
          </a:xfrm>
          <a:custGeom>
            <a:avLst/>
            <a:gdLst/>
            <a:ahLst/>
            <a:cxnLst/>
            <a:rect l="l" t="t" r="r" b="b"/>
            <a:pathLst>
              <a:path w="4000500" h="762000">
                <a:moveTo>
                  <a:pt x="152400" y="0"/>
                </a:moveTo>
                <a:lnTo>
                  <a:pt x="3848100" y="0"/>
                </a:lnTo>
                <a:cubicBezTo>
                  <a:pt x="3932212" y="0"/>
                  <a:pt x="4000500" y="68288"/>
                  <a:pt x="4000500" y="152400"/>
                </a:cubicBezTo>
                <a:lnTo>
                  <a:pt x="4000500" y="609600"/>
                </a:lnTo>
                <a:cubicBezTo>
                  <a:pt x="4000500" y="693712"/>
                  <a:pt x="3932212" y="762000"/>
                  <a:pt x="3848100" y="762000"/>
                </a:cubicBezTo>
                <a:lnTo>
                  <a:pt x="152400" y="762000"/>
                </a:lnTo>
                <a:cubicBezTo>
                  <a:pt x="68288" y="762000"/>
                  <a:pt x="0" y="693712"/>
                  <a:pt x="0" y="6096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A3B1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8039075" y="5371951"/>
            <a:ext cx="363855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F8F5F2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✨ Stories help children think and dream.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5333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63091" y="695151"/>
            <a:ext cx="250031" cy="285750"/>
          </a:xfrm>
          <a:custGeom>
            <a:avLst/>
            <a:gdLst/>
            <a:ahLst/>
            <a:cxnLst/>
            <a:rect l="l" t="t" r="r" b="b"/>
            <a:pathLst>
              <a:path w="250031" h="285750">
                <a:moveTo>
                  <a:pt x="143154" y="-17859"/>
                </a:moveTo>
                <a:cubicBezTo>
                  <a:pt x="160404" y="-17859"/>
                  <a:pt x="174408" y="-3855"/>
                  <a:pt x="174408" y="13395"/>
                </a:cubicBezTo>
                <a:cubicBezTo>
                  <a:pt x="174408" y="30644"/>
                  <a:pt x="160404" y="44648"/>
                  <a:pt x="143154" y="44648"/>
                </a:cubicBezTo>
                <a:cubicBezTo>
                  <a:pt x="125905" y="44648"/>
                  <a:pt x="111900" y="30644"/>
                  <a:pt x="111900" y="13395"/>
                </a:cubicBezTo>
                <a:cubicBezTo>
                  <a:pt x="111900" y="-3855"/>
                  <a:pt x="125905" y="-17859"/>
                  <a:pt x="143154" y="-17859"/>
                </a:cubicBezTo>
                <a:close/>
                <a:moveTo>
                  <a:pt x="68982" y="98227"/>
                </a:moveTo>
                <a:cubicBezTo>
                  <a:pt x="67140" y="98227"/>
                  <a:pt x="65522" y="99343"/>
                  <a:pt x="64852" y="101017"/>
                </a:cubicBezTo>
                <a:lnTo>
                  <a:pt x="52574" y="131657"/>
                </a:lnTo>
                <a:cubicBezTo>
                  <a:pt x="48890" y="140810"/>
                  <a:pt x="38509" y="145275"/>
                  <a:pt x="29356" y="141591"/>
                </a:cubicBezTo>
                <a:cubicBezTo>
                  <a:pt x="20203" y="137908"/>
                  <a:pt x="15739" y="127527"/>
                  <a:pt x="19422" y="118374"/>
                </a:cubicBezTo>
                <a:lnTo>
                  <a:pt x="31645" y="87734"/>
                </a:lnTo>
                <a:cubicBezTo>
                  <a:pt x="37784" y="72498"/>
                  <a:pt x="52518" y="62508"/>
                  <a:pt x="68982" y="62508"/>
                </a:cubicBezTo>
                <a:lnTo>
                  <a:pt x="123285" y="62508"/>
                </a:lnTo>
                <a:cubicBezTo>
                  <a:pt x="139192" y="62508"/>
                  <a:pt x="153870" y="70935"/>
                  <a:pt x="161851" y="84665"/>
                </a:cubicBezTo>
                <a:lnTo>
                  <a:pt x="180156" y="116086"/>
                </a:lnTo>
                <a:lnTo>
                  <a:pt x="214536" y="116086"/>
                </a:lnTo>
                <a:cubicBezTo>
                  <a:pt x="224414" y="116086"/>
                  <a:pt x="232395" y="124067"/>
                  <a:pt x="232395" y="133945"/>
                </a:cubicBezTo>
                <a:cubicBezTo>
                  <a:pt x="232395" y="143824"/>
                  <a:pt x="224414" y="151805"/>
                  <a:pt x="214536" y="151805"/>
                </a:cubicBezTo>
                <a:lnTo>
                  <a:pt x="180156" y="151805"/>
                </a:lnTo>
                <a:cubicBezTo>
                  <a:pt x="167432" y="151805"/>
                  <a:pt x="155711" y="145052"/>
                  <a:pt x="149293" y="134057"/>
                </a:cubicBezTo>
                <a:lnTo>
                  <a:pt x="143712" y="124513"/>
                </a:lnTo>
                <a:lnTo>
                  <a:pt x="132159" y="163804"/>
                </a:lnTo>
                <a:lnTo>
                  <a:pt x="174241" y="176417"/>
                </a:lnTo>
                <a:cubicBezTo>
                  <a:pt x="189700" y="181049"/>
                  <a:pt x="197569" y="198183"/>
                  <a:pt x="191040" y="212973"/>
                </a:cubicBezTo>
                <a:lnTo>
                  <a:pt x="159451" y="284076"/>
                </a:lnTo>
                <a:cubicBezTo>
                  <a:pt x="155432" y="293117"/>
                  <a:pt x="144884" y="297135"/>
                  <a:pt x="135899" y="293117"/>
                </a:cubicBezTo>
                <a:cubicBezTo>
                  <a:pt x="126913" y="289099"/>
                  <a:pt x="122839" y="278550"/>
                  <a:pt x="126857" y="269565"/>
                </a:cubicBezTo>
                <a:lnTo>
                  <a:pt x="154316" y="207727"/>
                </a:lnTo>
                <a:lnTo>
                  <a:pt x="100794" y="191653"/>
                </a:lnTo>
                <a:cubicBezTo>
                  <a:pt x="82544" y="186184"/>
                  <a:pt x="71772" y="167264"/>
                  <a:pt x="76405" y="148791"/>
                </a:cubicBezTo>
                <a:lnTo>
                  <a:pt x="89074" y="98227"/>
                </a:lnTo>
                <a:lnTo>
                  <a:pt x="69038" y="98227"/>
                </a:lnTo>
                <a:close/>
                <a:moveTo>
                  <a:pt x="64517" y="199244"/>
                </a:moveTo>
                <a:cubicBezTo>
                  <a:pt x="71940" y="207559"/>
                  <a:pt x="81651" y="213922"/>
                  <a:pt x="93092" y="217326"/>
                </a:cubicBezTo>
                <a:lnTo>
                  <a:pt x="95715" y="218108"/>
                </a:lnTo>
                <a:lnTo>
                  <a:pt x="91864" y="228879"/>
                </a:lnTo>
                <a:cubicBezTo>
                  <a:pt x="88627" y="237976"/>
                  <a:pt x="82934" y="246069"/>
                  <a:pt x="75512" y="252208"/>
                </a:cubicBezTo>
                <a:lnTo>
                  <a:pt x="29524" y="290103"/>
                </a:lnTo>
                <a:cubicBezTo>
                  <a:pt x="21934" y="296354"/>
                  <a:pt x="10660" y="295294"/>
                  <a:pt x="4409" y="287703"/>
                </a:cubicBezTo>
                <a:cubicBezTo>
                  <a:pt x="-1842" y="280113"/>
                  <a:pt x="-781" y="268839"/>
                  <a:pt x="6809" y="262589"/>
                </a:cubicBezTo>
                <a:lnTo>
                  <a:pt x="52797" y="224693"/>
                </a:lnTo>
                <a:cubicBezTo>
                  <a:pt x="55308" y="222628"/>
                  <a:pt x="57150" y="219949"/>
                  <a:pt x="58266" y="216936"/>
                </a:cubicBezTo>
                <a:lnTo>
                  <a:pt x="64517" y="199244"/>
                </a:lnTo>
                <a:close/>
              </a:path>
            </a:pathLst>
          </a:custGeom>
          <a:solidFill>
            <a:srgbClr val="F8F5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142876" y="381000"/>
            <a:ext cx="488632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500" b="1" dirty="0">
                <a:solidFill>
                  <a:srgbClr val="585C45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Gross Motor Skills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42876" y="990574"/>
            <a:ext cx="47148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dirty="0">
                <a:solidFill>
                  <a:srgbClr val="D4A373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🏃‍♂️ Big Movements, Big Growth</a:t>
            </a:r>
            <a:endParaRPr lang="en-US" sz="1600" dirty="0"/>
          </a:p>
        </p:txBody>
      </p:sp>
      <p:pic>
        <p:nvPicPr>
          <p:cNvPr id="6" name="Image 0" descr="https://kimi-web-img.moonshot.cn/img/mumsgrapevine.com.au/1b4a970542f35f7e2faf9c34d7b99c2b55f9ca20.jpg"/>
          <p:cNvPicPr>
            <a:picLocks noChangeAspect="1"/>
          </p:cNvPicPr>
          <p:nvPr/>
        </p:nvPicPr>
        <p:blipFill>
          <a:blip r:embed="rId3"/>
          <a:srcRect l="11111" r="11111"/>
          <a:stretch/>
        </p:blipFill>
        <p:spPr>
          <a:xfrm>
            <a:off x="381000" y="1523876"/>
            <a:ext cx="4000500" cy="3429000"/>
          </a:xfrm>
          <a:prstGeom prst="roundRect">
            <a:avLst>
              <a:gd name="adj" fmla="val 4444"/>
            </a:avLst>
          </a:prstGeom>
        </p:spPr>
      </p:pic>
      <p:sp>
        <p:nvSpPr>
          <p:cNvPr id="7" name="Shape 4"/>
          <p:cNvSpPr/>
          <p:nvPr/>
        </p:nvSpPr>
        <p:spPr>
          <a:xfrm>
            <a:off x="381000" y="5143374"/>
            <a:ext cx="4000500" cy="762000"/>
          </a:xfrm>
          <a:custGeom>
            <a:avLst/>
            <a:gdLst/>
            <a:ahLst/>
            <a:cxnLst/>
            <a:rect l="l" t="t" r="r" b="b"/>
            <a:pathLst>
              <a:path w="4000500" h="762000">
                <a:moveTo>
                  <a:pt x="152400" y="0"/>
                </a:moveTo>
                <a:lnTo>
                  <a:pt x="3848100" y="0"/>
                </a:lnTo>
                <a:cubicBezTo>
                  <a:pt x="3932212" y="0"/>
                  <a:pt x="4000500" y="68288"/>
                  <a:pt x="4000500" y="152400"/>
                </a:cubicBezTo>
                <a:lnTo>
                  <a:pt x="4000500" y="609600"/>
                </a:lnTo>
                <a:cubicBezTo>
                  <a:pt x="4000500" y="693712"/>
                  <a:pt x="3932212" y="762000"/>
                  <a:pt x="3848100" y="762000"/>
                </a:cubicBezTo>
                <a:lnTo>
                  <a:pt x="152400" y="762000"/>
                </a:lnTo>
                <a:cubicBezTo>
                  <a:pt x="68288" y="762000"/>
                  <a:pt x="0" y="693712"/>
                  <a:pt x="0" y="6096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609575" y="5371951"/>
            <a:ext cx="363855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F8F5F2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✨ Active body, healthy child.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4610075" y="1857251"/>
            <a:ext cx="7200900" cy="1162050"/>
          </a:xfrm>
          <a:custGeom>
            <a:avLst/>
            <a:gdLst/>
            <a:ahLst/>
            <a:cxnLst/>
            <a:rect l="l" t="t" r="r" b="b"/>
            <a:pathLst>
              <a:path w="7200900" h="1162050">
                <a:moveTo>
                  <a:pt x="114299" y="0"/>
                </a:moveTo>
                <a:lnTo>
                  <a:pt x="7086601" y="0"/>
                </a:lnTo>
                <a:cubicBezTo>
                  <a:pt x="7149726" y="0"/>
                  <a:pt x="7200900" y="51174"/>
                  <a:pt x="7200900" y="114299"/>
                </a:cubicBezTo>
                <a:lnTo>
                  <a:pt x="7200900" y="1047751"/>
                </a:lnTo>
                <a:cubicBezTo>
                  <a:pt x="7200900" y="1110876"/>
                  <a:pt x="7149726" y="1162050"/>
                  <a:pt x="7086601" y="1162050"/>
                </a:cubicBezTo>
                <a:lnTo>
                  <a:pt x="114299" y="1162050"/>
                </a:lnTo>
                <a:cubicBezTo>
                  <a:pt x="51174" y="1162050"/>
                  <a:pt x="0" y="1110876"/>
                  <a:pt x="0" y="1047751"/>
                </a:cubicBezTo>
                <a:lnTo>
                  <a:pt x="0" y="114299"/>
                </a:lnTo>
                <a:cubicBezTo>
                  <a:pt x="0" y="51174"/>
                  <a:pt x="51174" y="0"/>
                  <a:pt x="114299" y="0"/>
                </a:cubicBezTo>
                <a:close/>
              </a:path>
            </a:pathLst>
          </a:custGeom>
          <a:solidFill>
            <a:srgbClr val="FFFFFF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4762376" y="2047626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A3B1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880248" y="2152427"/>
            <a:ext cx="150019" cy="171450"/>
          </a:xfrm>
          <a:custGeom>
            <a:avLst/>
            <a:gdLst/>
            <a:ahLst/>
            <a:cxnLst/>
            <a:rect l="l" t="t" r="r" b="b"/>
            <a:pathLst>
              <a:path w="150019" h="171450">
                <a:moveTo>
                  <a:pt x="10716" y="10716"/>
                </a:moveTo>
                <a:cubicBezTo>
                  <a:pt x="4789" y="10716"/>
                  <a:pt x="0" y="15504"/>
                  <a:pt x="0" y="21431"/>
                </a:cubicBezTo>
                <a:lnTo>
                  <a:pt x="0" y="53578"/>
                </a:lnTo>
                <a:cubicBezTo>
                  <a:pt x="0" y="59505"/>
                  <a:pt x="4789" y="64294"/>
                  <a:pt x="10716" y="64294"/>
                </a:cubicBezTo>
                <a:cubicBezTo>
                  <a:pt x="16643" y="64294"/>
                  <a:pt x="21431" y="59505"/>
                  <a:pt x="21431" y="53578"/>
                </a:cubicBezTo>
                <a:lnTo>
                  <a:pt x="21431" y="32147"/>
                </a:lnTo>
                <a:lnTo>
                  <a:pt x="42863" y="32147"/>
                </a:lnTo>
                <a:cubicBezTo>
                  <a:pt x="48790" y="32147"/>
                  <a:pt x="53578" y="27358"/>
                  <a:pt x="53578" y="21431"/>
                </a:cubicBezTo>
                <a:cubicBezTo>
                  <a:pt x="53578" y="15504"/>
                  <a:pt x="48790" y="10716"/>
                  <a:pt x="42863" y="10716"/>
                </a:cubicBezTo>
                <a:lnTo>
                  <a:pt x="10716" y="10716"/>
                </a:lnTo>
                <a:close/>
                <a:moveTo>
                  <a:pt x="21431" y="117872"/>
                </a:moveTo>
                <a:cubicBezTo>
                  <a:pt x="21431" y="111945"/>
                  <a:pt x="16643" y="107156"/>
                  <a:pt x="10716" y="107156"/>
                </a:cubicBezTo>
                <a:cubicBezTo>
                  <a:pt x="4789" y="107156"/>
                  <a:pt x="0" y="111945"/>
                  <a:pt x="0" y="117872"/>
                </a:cubicBezTo>
                <a:lnTo>
                  <a:pt x="0" y="150019"/>
                </a:lnTo>
                <a:cubicBezTo>
                  <a:pt x="0" y="155946"/>
                  <a:pt x="4789" y="160734"/>
                  <a:pt x="10716" y="160734"/>
                </a:cubicBezTo>
                <a:lnTo>
                  <a:pt x="42863" y="160734"/>
                </a:lnTo>
                <a:cubicBezTo>
                  <a:pt x="48790" y="160734"/>
                  <a:pt x="53578" y="155946"/>
                  <a:pt x="53578" y="150019"/>
                </a:cubicBezTo>
                <a:cubicBezTo>
                  <a:pt x="53578" y="144092"/>
                  <a:pt x="48790" y="139303"/>
                  <a:pt x="42863" y="139303"/>
                </a:cubicBezTo>
                <a:lnTo>
                  <a:pt x="21431" y="139303"/>
                </a:lnTo>
                <a:lnTo>
                  <a:pt x="21431" y="117872"/>
                </a:lnTo>
                <a:close/>
                <a:moveTo>
                  <a:pt x="107156" y="10716"/>
                </a:moveTo>
                <a:cubicBezTo>
                  <a:pt x="101229" y="10716"/>
                  <a:pt x="96441" y="15504"/>
                  <a:pt x="96441" y="21431"/>
                </a:cubicBezTo>
                <a:cubicBezTo>
                  <a:pt x="96441" y="27358"/>
                  <a:pt x="101229" y="32147"/>
                  <a:pt x="107156" y="32147"/>
                </a:cubicBezTo>
                <a:lnTo>
                  <a:pt x="128588" y="32147"/>
                </a:lnTo>
                <a:lnTo>
                  <a:pt x="128588" y="53578"/>
                </a:lnTo>
                <a:cubicBezTo>
                  <a:pt x="128588" y="59505"/>
                  <a:pt x="133376" y="64294"/>
                  <a:pt x="139303" y="64294"/>
                </a:cubicBezTo>
                <a:cubicBezTo>
                  <a:pt x="145230" y="64294"/>
                  <a:pt x="150019" y="59505"/>
                  <a:pt x="150019" y="53578"/>
                </a:cubicBezTo>
                <a:lnTo>
                  <a:pt x="150019" y="21431"/>
                </a:lnTo>
                <a:cubicBezTo>
                  <a:pt x="150019" y="15504"/>
                  <a:pt x="145230" y="10716"/>
                  <a:pt x="139303" y="10716"/>
                </a:cubicBezTo>
                <a:lnTo>
                  <a:pt x="107156" y="10716"/>
                </a:lnTo>
                <a:close/>
                <a:moveTo>
                  <a:pt x="150019" y="117872"/>
                </a:moveTo>
                <a:cubicBezTo>
                  <a:pt x="150019" y="111945"/>
                  <a:pt x="145230" y="107156"/>
                  <a:pt x="139303" y="107156"/>
                </a:cubicBezTo>
                <a:cubicBezTo>
                  <a:pt x="133376" y="107156"/>
                  <a:pt x="128588" y="111945"/>
                  <a:pt x="128588" y="117872"/>
                </a:cubicBezTo>
                <a:lnTo>
                  <a:pt x="128588" y="139303"/>
                </a:lnTo>
                <a:lnTo>
                  <a:pt x="107156" y="139303"/>
                </a:lnTo>
                <a:cubicBezTo>
                  <a:pt x="101229" y="139303"/>
                  <a:pt x="96441" y="144092"/>
                  <a:pt x="96441" y="150019"/>
                </a:cubicBezTo>
                <a:cubicBezTo>
                  <a:pt x="96441" y="155946"/>
                  <a:pt x="101229" y="160734"/>
                  <a:pt x="107156" y="160734"/>
                </a:cubicBezTo>
                <a:lnTo>
                  <a:pt x="139303" y="160734"/>
                </a:lnTo>
                <a:cubicBezTo>
                  <a:pt x="145230" y="160734"/>
                  <a:pt x="150019" y="155946"/>
                  <a:pt x="150019" y="150019"/>
                </a:cubicBezTo>
                <a:lnTo>
                  <a:pt x="150019" y="117872"/>
                </a:lnTo>
                <a:close/>
              </a:path>
            </a:pathLst>
          </a:custGeom>
          <a:solidFill>
            <a:srgbClr val="F8F5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5295677" y="2009552"/>
            <a:ext cx="64579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585C4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Big Body Movements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5295677" y="2314277"/>
            <a:ext cx="6448425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3A3A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Gross motor skills involve large muscle groups for whole-body movements and coordination.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4610075" y="3175743"/>
            <a:ext cx="7200900" cy="885825"/>
          </a:xfrm>
          <a:custGeom>
            <a:avLst/>
            <a:gdLst/>
            <a:ahLst/>
            <a:cxnLst/>
            <a:rect l="l" t="t" r="r" b="b"/>
            <a:pathLst>
              <a:path w="7200900" h="885825">
                <a:moveTo>
                  <a:pt x="114298" y="0"/>
                </a:moveTo>
                <a:lnTo>
                  <a:pt x="7086602" y="0"/>
                </a:lnTo>
                <a:cubicBezTo>
                  <a:pt x="7149685" y="0"/>
                  <a:pt x="7200900" y="51215"/>
                  <a:pt x="7200900" y="114298"/>
                </a:cubicBezTo>
                <a:lnTo>
                  <a:pt x="7200900" y="771527"/>
                </a:lnTo>
                <a:cubicBezTo>
                  <a:pt x="7200900" y="834610"/>
                  <a:pt x="7149685" y="885825"/>
                  <a:pt x="7086602" y="885825"/>
                </a:cubicBezTo>
                <a:lnTo>
                  <a:pt x="114298" y="885825"/>
                </a:lnTo>
                <a:cubicBezTo>
                  <a:pt x="51215" y="885825"/>
                  <a:pt x="0" y="834610"/>
                  <a:pt x="0" y="771527"/>
                </a:cubicBezTo>
                <a:lnTo>
                  <a:pt x="0" y="114298"/>
                </a:lnTo>
                <a:cubicBezTo>
                  <a:pt x="0" y="51215"/>
                  <a:pt x="51215" y="0"/>
                  <a:pt x="114298" y="0"/>
                </a:cubicBezTo>
                <a:close/>
              </a:path>
            </a:pathLst>
          </a:custGeom>
          <a:solidFill>
            <a:srgbClr val="FFFFFF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4762376" y="336612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4848101" y="3470920"/>
            <a:ext cx="214313" cy="171450"/>
          </a:xfrm>
          <a:custGeom>
            <a:avLst/>
            <a:gdLst/>
            <a:ahLst/>
            <a:cxnLst/>
            <a:rect l="l" t="t" r="r" b="b"/>
            <a:pathLst>
              <a:path w="214313" h="171450">
                <a:moveTo>
                  <a:pt x="128588" y="10716"/>
                </a:moveTo>
                <a:lnTo>
                  <a:pt x="171450" y="10716"/>
                </a:lnTo>
                <a:cubicBezTo>
                  <a:pt x="177377" y="10716"/>
                  <a:pt x="182166" y="15504"/>
                  <a:pt x="182166" y="21431"/>
                </a:cubicBezTo>
                <a:cubicBezTo>
                  <a:pt x="182166" y="27358"/>
                  <a:pt x="177377" y="32147"/>
                  <a:pt x="171450" y="32147"/>
                </a:cubicBezTo>
                <a:lnTo>
                  <a:pt x="133410" y="32147"/>
                </a:lnTo>
                <a:cubicBezTo>
                  <a:pt x="131668" y="40786"/>
                  <a:pt x="125741" y="47919"/>
                  <a:pt x="117872" y="51335"/>
                </a:cubicBezTo>
                <a:lnTo>
                  <a:pt x="117872" y="150019"/>
                </a:lnTo>
                <a:lnTo>
                  <a:pt x="171450" y="150019"/>
                </a:lnTo>
                <a:cubicBezTo>
                  <a:pt x="177377" y="150019"/>
                  <a:pt x="182166" y="154807"/>
                  <a:pt x="182166" y="160734"/>
                </a:cubicBezTo>
                <a:cubicBezTo>
                  <a:pt x="182166" y="166661"/>
                  <a:pt x="177377" y="171450"/>
                  <a:pt x="171450" y="171450"/>
                </a:cubicBezTo>
                <a:lnTo>
                  <a:pt x="42863" y="171450"/>
                </a:lnTo>
                <a:cubicBezTo>
                  <a:pt x="36935" y="171450"/>
                  <a:pt x="32147" y="166661"/>
                  <a:pt x="32147" y="160734"/>
                </a:cubicBezTo>
                <a:cubicBezTo>
                  <a:pt x="32147" y="154807"/>
                  <a:pt x="36935" y="150019"/>
                  <a:pt x="42863" y="150019"/>
                </a:cubicBezTo>
                <a:lnTo>
                  <a:pt x="96441" y="150019"/>
                </a:lnTo>
                <a:lnTo>
                  <a:pt x="96441" y="51335"/>
                </a:lnTo>
                <a:cubicBezTo>
                  <a:pt x="88571" y="47885"/>
                  <a:pt x="82644" y="40753"/>
                  <a:pt x="80903" y="32147"/>
                </a:cubicBezTo>
                <a:lnTo>
                  <a:pt x="42863" y="32147"/>
                </a:lnTo>
                <a:cubicBezTo>
                  <a:pt x="36935" y="32147"/>
                  <a:pt x="32147" y="27358"/>
                  <a:pt x="32147" y="21431"/>
                </a:cubicBezTo>
                <a:cubicBezTo>
                  <a:pt x="32147" y="15504"/>
                  <a:pt x="36935" y="10716"/>
                  <a:pt x="42863" y="10716"/>
                </a:cubicBezTo>
                <a:lnTo>
                  <a:pt x="85725" y="10716"/>
                </a:lnTo>
                <a:cubicBezTo>
                  <a:pt x="90614" y="4219"/>
                  <a:pt x="98383" y="0"/>
                  <a:pt x="107156" y="0"/>
                </a:cubicBezTo>
                <a:cubicBezTo>
                  <a:pt x="115930" y="0"/>
                  <a:pt x="123698" y="4219"/>
                  <a:pt x="128588" y="10716"/>
                </a:cubicBezTo>
                <a:close/>
                <a:moveTo>
                  <a:pt x="147206" y="107156"/>
                </a:moveTo>
                <a:lnTo>
                  <a:pt x="195694" y="107156"/>
                </a:lnTo>
                <a:lnTo>
                  <a:pt x="171450" y="65566"/>
                </a:lnTo>
                <a:lnTo>
                  <a:pt x="147206" y="107156"/>
                </a:lnTo>
                <a:close/>
                <a:moveTo>
                  <a:pt x="171450" y="139303"/>
                </a:moveTo>
                <a:cubicBezTo>
                  <a:pt x="150387" y="139303"/>
                  <a:pt x="132874" y="127918"/>
                  <a:pt x="129257" y="112882"/>
                </a:cubicBezTo>
                <a:cubicBezTo>
                  <a:pt x="128387" y="109199"/>
                  <a:pt x="129592" y="105415"/>
                  <a:pt x="131501" y="102133"/>
                </a:cubicBezTo>
                <a:lnTo>
                  <a:pt x="163380" y="47484"/>
                </a:lnTo>
                <a:cubicBezTo>
                  <a:pt x="165054" y="44604"/>
                  <a:pt x="168135" y="42863"/>
                  <a:pt x="171450" y="42863"/>
                </a:cubicBezTo>
                <a:cubicBezTo>
                  <a:pt x="174765" y="42863"/>
                  <a:pt x="177846" y="44637"/>
                  <a:pt x="179520" y="47484"/>
                </a:cubicBezTo>
                <a:lnTo>
                  <a:pt x="211399" y="102133"/>
                </a:lnTo>
                <a:cubicBezTo>
                  <a:pt x="213308" y="105415"/>
                  <a:pt x="214513" y="109199"/>
                  <a:pt x="213643" y="112882"/>
                </a:cubicBezTo>
                <a:cubicBezTo>
                  <a:pt x="210026" y="127884"/>
                  <a:pt x="192513" y="139303"/>
                  <a:pt x="171450" y="139303"/>
                </a:cubicBezTo>
                <a:close/>
                <a:moveTo>
                  <a:pt x="42461" y="65566"/>
                </a:moveTo>
                <a:lnTo>
                  <a:pt x="18217" y="107156"/>
                </a:lnTo>
                <a:lnTo>
                  <a:pt x="66738" y="107156"/>
                </a:lnTo>
                <a:lnTo>
                  <a:pt x="42461" y="65566"/>
                </a:lnTo>
                <a:close/>
                <a:moveTo>
                  <a:pt x="301" y="112882"/>
                </a:moveTo>
                <a:cubicBezTo>
                  <a:pt x="-569" y="109199"/>
                  <a:pt x="636" y="105415"/>
                  <a:pt x="2545" y="102133"/>
                </a:cubicBezTo>
                <a:lnTo>
                  <a:pt x="34424" y="47484"/>
                </a:lnTo>
                <a:cubicBezTo>
                  <a:pt x="36098" y="44604"/>
                  <a:pt x="39179" y="42863"/>
                  <a:pt x="42494" y="42863"/>
                </a:cubicBezTo>
                <a:cubicBezTo>
                  <a:pt x="45809" y="42863"/>
                  <a:pt x="48890" y="44637"/>
                  <a:pt x="50564" y="47484"/>
                </a:cubicBezTo>
                <a:lnTo>
                  <a:pt x="82443" y="102133"/>
                </a:lnTo>
                <a:cubicBezTo>
                  <a:pt x="84352" y="105415"/>
                  <a:pt x="85558" y="109199"/>
                  <a:pt x="84687" y="112882"/>
                </a:cubicBezTo>
                <a:cubicBezTo>
                  <a:pt x="81070" y="127884"/>
                  <a:pt x="63557" y="139303"/>
                  <a:pt x="42494" y="139303"/>
                </a:cubicBezTo>
                <a:cubicBezTo>
                  <a:pt x="21431" y="139303"/>
                  <a:pt x="3918" y="127918"/>
                  <a:pt x="301" y="112882"/>
                </a:cubicBezTo>
                <a:close/>
              </a:path>
            </a:pathLst>
          </a:custGeom>
          <a:solidFill>
            <a:srgbClr val="F8F5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5295677" y="3328045"/>
            <a:ext cx="60293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585C4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Balance &amp; Coordination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5295677" y="3632770"/>
            <a:ext cx="601980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3A3A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These skills develop body awareness, spatial orientation, and physical control.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4610075" y="4215804"/>
            <a:ext cx="7200900" cy="885825"/>
          </a:xfrm>
          <a:custGeom>
            <a:avLst/>
            <a:gdLst/>
            <a:ahLst/>
            <a:cxnLst/>
            <a:rect l="l" t="t" r="r" b="b"/>
            <a:pathLst>
              <a:path w="7200900" h="885825">
                <a:moveTo>
                  <a:pt x="114298" y="0"/>
                </a:moveTo>
                <a:lnTo>
                  <a:pt x="7086602" y="0"/>
                </a:lnTo>
                <a:cubicBezTo>
                  <a:pt x="7149685" y="0"/>
                  <a:pt x="7200900" y="51215"/>
                  <a:pt x="7200900" y="114298"/>
                </a:cubicBezTo>
                <a:lnTo>
                  <a:pt x="7200900" y="771527"/>
                </a:lnTo>
                <a:cubicBezTo>
                  <a:pt x="7200900" y="834610"/>
                  <a:pt x="7149685" y="885825"/>
                  <a:pt x="7086602" y="885825"/>
                </a:cubicBezTo>
                <a:lnTo>
                  <a:pt x="114298" y="885825"/>
                </a:lnTo>
                <a:cubicBezTo>
                  <a:pt x="51215" y="885825"/>
                  <a:pt x="0" y="834610"/>
                  <a:pt x="0" y="771527"/>
                </a:cubicBezTo>
                <a:lnTo>
                  <a:pt x="0" y="114298"/>
                </a:lnTo>
                <a:cubicBezTo>
                  <a:pt x="0" y="51215"/>
                  <a:pt x="51215" y="0"/>
                  <a:pt x="114298" y="0"/>
                </a:cubicBezTo>
                <a:close/>
              </a:path>
            </a:pathLst>
          </a:custGeom>
          <a:solidFill>
            <a:srgbClr val="FFFFFF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4762376" y="440618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A3B1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4869532" y="4510980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139738" y="120584"/>
                </a:moveTo>
                <a:lnTo>
                  <a:pt x="115762" y="118977"/>
                </a:lnTo>
                <a:cubicBezTo>
                  <a:pt x="114021" y="118876"/>
                  <a:pt x="112313" y="119345"/>
                  <a:pt x="110907" y="120383"/>
                </a:cubicBezTo>
                <a:cubicBezTo>
                  <a:pt x="109500" y="121421"/>
                  <a:pt x="108496" y="122861"/>
                  <a:pt x="108094" y="124569"/>
                </a:cubicBezTo>
                <a:lnTo>
                  <a:pt x="102200" y="147876"/>
                </a:lnTo>
                <a:cubicBezTo>
                  <a:pt x="96943" y="149282"/>
                  <a:pt x="91418" y="150019"/>
                  <a:pt x="85725" y="150019"/>
                </a:cubicBezTo>
                <a:cubicBezTo>
                  <a:pt x="80032" y="150019"/>
                  <a:pt x="74507" y="149282"/>
                  <a:pt x="69250" y="147876"/>
                </a:cubicBezTo>
                <a:lnTo>
                  <a:pt x="63356" y="124569"/>
                </a:lnTo>
                <a:cubicBezTo>
                  <a:pt x="62921" y="122895"/>
                  <a:pt x="61916" y="121421"/>
                  <a:pt x="60543" y="120383"/>
                </a:cubicBezTo>
                <a:cubicBezTo>
                  <a:pt x="59170" y="119345"/>
                  <a:pt x="57429" y="118876"/>
                  <a:pt x="55688" y="118977"/>
                </a:cubicBezTo>
                <a:lnTo>
                  <a:pt x="31712" y="120584"/>
                </a:lnTo>
                <a:cubicBezTo>
                  <a:pt x="25818" y="111476"/>
                  <a:pt x="22168" y="100760"/>
                  <a:pt x="21532" y="89241"/>
                </a:cubicBezTo>
                <a:lnTo>
                  <a:pt x="41858" y="76449"/>
                </a:lnTo>
                <a:cubicBezTo>
                  <a:pt x="43331" y="75512"/>
                  <a:pt x="44403" y="74105"/>
                  <a:pt x="44939" y="72464"/>
                </a:cubicBezTo>
                <a:cubicBezTo>
                  <a:pt x="45474" y="70824"/>
                  <a:pt x="45407" y="69049"/>
                  <a:pt x="44771" y="67441"/>
                </a:cubicBezTo>
                <a:lnTo>
                  <a:pt x="35830" y="45140"/>
                </a:lnTo>
                <a:cubicBezTo>
                  <a:pt x="42863" y="36567"/>
                  <a:pt x="52004" y="29803"/>
                  <a:pt x="62519" y="25751"/>
                </a:cubicBezTo>
                <a:lnTo>
                  <a:pt x="81003" y="41155"/>
                </a:lnTo>
                <a:cubicBezTo>
                  <a:pt x="82343" y="42260"/>
                  <a:pt x="84017" y="42863"/>
                  <a:pt x="85725" y="42863"/>
                </a:cubicBezTo>
                <a:cubicBezTo>
                  <a:pt x="87433" y="42863"/>
                  <a:pt x="89141" y="42260"/>
                  <a:pt x="90447" y="41155"/>
                </a:cubicBezTo>
                <a:lnTo>
                  <a:pt x="108931" y="25751"/>
                </a:lnTo>
                <a:cubicBezTo>
                  <a:pt x="119412" y="29803"/>
                  <a:pt x="128587" y="36567"/>
                  <a:pt x="135586" y="45140"/>
                </a:cubicBezTo>
                <a:lnTo>
                  <a:pt x="126645" y="67441"/>
                </a:lnTo>
                <a:cubicBezTo>
                  <a:pt x="126009" y="69049"/>
                  <a:pt x="125942" y="70824"/>
                  <a:pt x="126478" y="72464"/>
                </a:cubicBezTo>
                <a:cubicBezTo>
                  <a:pt x="127014" y="74105"/>
                  <a:pt x="128119" y="75512"/>
                  <a:pt x="129559" y="76449"/>
                </a:cubicBezTo>
                <a:lnTo>
                  <a:pt x="149885" y="89241"/>
                </a:lnTo>
                <a:cubicBezTo>
                  <a:pt x="149249" y="100760"/>
                  <a:pt x="145599" y="111476"/>
                  <a:pt x="139705" y="120584"/>
                </a:cubicBezTo>
                <a:close/>
                <a:moveTo>
                  <a:pt x="85725" y="171450"/>
                </a:moveTo>
                <a:cubicBezTo>
                  <a:pt x="133038" y="171450"/>
                  <a:pt x="171450" y="133038"/>
                  <a:pt x="171450" y="85725"/>
                </a:cubicBezTo>
                <a:cubicBezTo>
                  <a:pt x="171450" y="38412"/>
                  <a:pt x="133038" y="0"/>
                  <a:pt x="85725" y="0"/>
                </a:cubicBezTo>
                <a:cubicBezTo>
                  <a:pt x="38412" y="0"/>
                  <a:pt x="0" y="38412"/>
                  <a:pt x="0" y="85725"/>
                </a:cubicBezTo>
                <a:cubicBezTo>
                  <a:pt x="0" y="133038"/>
                  <a:pt x="38412" y="171450"/>
                  <a:pt x="85725" y="171450"/>
                </a:cubicBezTo>
                <a:close/>
                <a:moveTo>
                  <a:pt x="90447" y="62385"/>
                </a:moveTo>
                <a:cubicBezTo>
                  <a:pt x="87634" y="60342"/>
                  <a:pt x="83816" y="60342"/>
                  <a:pt x="81003" y="62385"/>
                </a:cubicBezTo>
                <a:lnTo>
                  <a:pt x="64963" y="74005"/>
                </a:lnTo>
                <a:cubicBezTo>
                  <a:pt x="62151" y="76047"/>
                  <a:pt x="60979" y="79664"/>
                  <a:pt x="62050" y="82979"/>
                </a:cubicBezTo>
                <a:lnTo>
                  <a:pt x="68178" y="101832"/>
                </a:lnTo>
                <a:cubicBezTo>
                  <a:pt x="69250" y="105147"/>
                  <a:pt x="72330" y="107391"/>
                  <a:pt x="75813" y="107391"/>
                </a:cubicBezTo>
                <a:lnTo>
                  <a:pt x="95637" y="107391"/>
                </a:lnTo>
                <a:cubicBezTo>
                  <a:pt x="99120" y="107391"/>
                  <a:pt x="102200" y="105147"/>
                  <a:pt x="103272" y="101832"/>
                </a:cubicBezTo>
                <a:lnTo>
                  <a:pt x="109400" y="82979"/>
                </a:lnTo>
                <a:cubicBezTo>
                  <a:pt x="110471" y="79664"/>
                  <a:pt x="109299" y="76047"/>
                  <a:pt x="106487" y="74005"/>
                </a:cubicBezTo>
                <a:lnTo>
                  <a:pt x="90447" y="62352"/>
                </a:lnTo>
                <a:close/>
              </a:path>
            </a:pathLst>
          </a:custGeom>
          <a:solidFill>
            <a:srgbClr val="F8F5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5295677" y="4368105"/>
            <a:ext cx="6305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585C4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Active Play Activities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5295677" y="4672831"/>
            <a:ext cx="6296025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3A3A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Running, jumping, climbing, and dancing build strength and cardiovascular health.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4610075" y="5255865"/>
            <a:ext cx="7200900" cy="885825"/>
          </a:xfrm>
          <a:custGeom>
            <a:avLst/>
            <a:gdLst/>
            <a:ahLst/>
            <a:cxnLst/>
            <a:rect l="l" t="t" r="r" b="b"/>
            <a:pathLst>
              <a:path w="7200900" h="885825">
                <a:moveTo>
                  <a:pt x="114298" y="0"/>
                </a:moveTo>
                <a:lnTo>
                  <a:pt x="7086602" y="0"/>
                </a:lnTo>
                <a:cubicBezTo>
                  <a:pt x="7149685" y="0"/>
                  <a:pt x="7200900" y="51215"/>
                  <a:pt x="7200900" y="114298"/>
                </a:cubicBezTo>
                <a:lnTo>
                  <a:pt x="7200900" y="771527"/>
                </a:lnTo>
                <a:cubicBezTo>
                  <a:pt x="7200900" y="834610"/>
                  <a:pt x="7149685" y="885825"/>
                  <a:pt x="7086602" y="885825"/>
                </a:cubicBezTo>
                <a:lnTo>
                  <a:pt x="114298" y="885825"/>
                </a:lnTo>
                <a:cubicBezTo>
                  <a:pt x="51215" y="885825"/>
                  <a:pt x="0" y="834610"/>
                  <a:pt x="0" y="771527"/>
                </a:cubicBezTo>
                <a:lnTo>
                  <a:pt x="0" y="114298"/>
                </a:lnTo>
                <a:cubicBezTo>
                  <a:pt x="0" y="51215"/>
                  <a:pt x="51215" y="0"/>
                  <a:pt x="114298" y="0"/>
                </a:cubicBezTo>
                <a:close/>
              </a:path>
            </a:pathLst>
          </a:custGeom>
          <a:solidFill>
            <a:srgbClr val="FFFFFF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4762376" y="544624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>
            <a:off x="4869532" y="5551040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171450"/>
                </a:moveTo>
                <a:cubicBezTo>
                  <a:pt x="133038" y="171450"/>
                  <a:pt x="171450" y="133038"/>
                  <a:pt x="171450" y="85725"/>
                </a:cubicBezTo>
                <a:cubicBezTo>
                  <a:pt x="171450" y="38412"/>
                  <a:pt x="133038" y="0"/>
                  <a:pt x="85725" y="0"/>
                </a:cubicBezTo>
                <a:cubicBezTo>
                  <a:pt x="38412" y="0"/>
                  <a:pt x="0" y="38412"/>
                  <a:pt x="0" y="85725"/>
                </a:cubicBezTo>
                <a:cubicBezTo>
                  <a:pt x="0" y="133038"/>
                  <a:pt x="38412" y="171450"/>
                  <a:pt x="85725" y="171450"/>
                </a:cubicBezTo>
                <a:close/>
                <a:moveTo>
                  <a:pt x="55386" y="107792"/>
                </a:moveTo>
                <a:cubicBezTo>
                  <a:pt x="62218" y="117169"/>
                  <a:pt x="73268" y="123230"/>
                  <a:pt x="85725" y="123230"/>
                </a:cubicBezTo>
                <a:cubicBezTo>
                  <a:pt x="98182" y="123230"/>
                  <a:pt x="109232" y="117169"/>
                  <a:pt x="116064" y="107792"/>
                </a:cubicBezTo>
                <a:cubicBezTo>
                  <a:pt x="118676" y="104209"/>
                  <a:pt x="123698" y="103406"/>
                  <a:pt x="127282" y="106018"/>
                </a:cubicBezTo>
                <a:cubicBezTo>
                  <a:pt x="130865" y="108630"/>
                  <a:pt x="131668" y="113653"/>
                  <a:pt x="129056" y="117236"/>
                </a:cubicBezTo>
                <a:cubicBezTo>
                  <a:pt x="119312" y="130597"/>
                  <a:pt x="103540" y="139303"/>
                  <a:pt x="85725" y="139303"/>
                </a:cubicBezTo>
                <a:cubicBezTo>
                  <a:pt x="67910" y="139303"/>
                  <a:pt x="52138" y="130597"/>
                  <a:pt x="42394" y="117236"/>
                </a:cubicBezTo>
                <a:cubicBezTo>
                  <a:pt x="39782" y="113653"/>
                  <a:pt x="40585" y="108630"/>
                  <a:pt x="44168" y="106018"/>
                </a:cubicBezTo>
                <a:cubicBezTo>
                  <a:pt x="47752" y="103406"/>
                  <a:pt x="52774" y="104209"/>
                  <a:pt x="55386" y="107792"/>
                </a:cubicBezTo>
                <a:close/>
                <a:moveTo>
                  <a:pt x="58936" y="60275"/>
                </a:moveTo>
                <a:cubicBezTo>
                  <a:pt x="53746" y="60275"/>
                  <a:pt x="49560" y="64461"/>
                  <a:pt x="49560" y="69652"/>
                </a:cubicBezTo>
                <a:lnTo>
                  <a:pt x="49560" y="72330"/>
                </a:lnTo>
                <a:cubicBezTo>
                  <a:pt x="49560" y="76014"/>
                  <a:pt x="46546" y="79028"/>
                  <a:pt x="42863" y="79028"/>
                </a:cubicBezTo>
                <a:cubicBezTo>
                  <a:pt x="39179" y="79028"/>
                  <a:pt x="36165" y="76014"/>
                  <a:pt x="36165" y="72330"/>
                </a:cubicBezTo>
                <a:lnTo>
                  <a:pt x="36165" y="69652"/>
                </a:lnTo>
                <a:cubicBezTo>
                  <a:pt x="36165" y="57061"/>
                  <a:pt x="46345" y="46881"/>
                  <a:pt x="58936" y="46881"/>
                </a:cubicBezTo>
                <a:cubicBezTo>
                  <a:pt x="71527" y="46881"/>
                  <a:pt x="81707" y="57061"/>
                  <a:pt x="81707" y="69652"/>
                </a:cubicBezTo>
                <a:lnTo>
                  <a:pt x="81707" y="72330"/>
                </a:lnTo>
                <a:cubicBezTo>
                  <a:pt x="81707" y="76014"/>
                  <a:pt x="78693" y="79028"/>
                  <a:pt x="75009" y="79028"/>
                </a:cubicBezTo>
                <a:cubicBezTo>
                  <a:pt x="71326" y="79028"/>
                  <a:pt x="68312" y="76014"/>
                  <a:pt x="68312" y="72330"/>
                </a:cubicBezTo>
                <a:lnTo>
                  <a:pt x="68312" y="69652"/>
                </a:lnTo>
                <a:cubicBezTo>
                  <a:pt x="68312" y="64461"/>
                  <a:pt x="64126" y="60275"/>
                  <a:pt x="58936" y="60275"/>
                </a:cubicBezTo>
                <a:close/>
                <a:moveTo>
                  <a:pt x="103138" y="69652"/>
                </a:moveTo>
                <a:lnTo>
                  <a:pt x="103138" y="72330"/>
                </a:lnTo>
                <a:cubicBezTo>
                  <a:pt x="103138" y="76014"/>
                  <a:pt x="100124" y="79028"/>
                  <a:pt x="96441" y="79028"/>
                </a:cubicBezTo>
                <a:cubicBezTo>
                  <a:pt x="92757" y="79028"/>
                  <a:pt x="89743" y="76014"/>
                  <a:pt x="89743" y="72330"/>
                </a:cubicBezTo>
                <a:lnTo>
                  <a:pt x="89743" y="69652"/>
                </a:lnTo>
                <a:cubicBezTo>
                  <a:pt x="89743" y="57061"/>
                  <a:pt x="99923" y="46881"/>
                  <a:pt x="112514" y="46881"/>
                </a:cubicBezTo>
                <a:cubicBezTo>
                  <a:pt x="125105" y="46881"/>
                  <a:pt x="135285" y="57061"/>
                  <a:pt x="135285" y="69652"/>
                </a:cubicBezTo>
                <a:lnTo>
                  <a:pt x="135285" y="72330"/>
                </a:lnTo>
                <a:cubicBezTo>
                  <a:pt x="135285" y="76014"/>
                  <a:pt x="132271" y="79028"/>
                  <a:pt x="128588" y="79028"/>
                </a:cubicBezTo>
                <a:cubicBezTo>
                  <a:pt x="124904" y="79028"/>
                  <a:pt x="121890" y="76014"/>
                  <a:pt x="121890" y="72330"/>
                </a:cubicBezTo>
                <a:lnTo>
                  <a:pt x="121890" y="69652"/>
                </a:lnTo>
                <a:cubicBezTo>
                  <a:pt x="121890" y="64461"/>
                  <a:pt x="117704" y="60275"/>
                  <a:pt x="112514" y="60275"/>
                </a:cubicBezTo>
                <a:cubicBezTo>
                  <a:pt x="107324" y="60275"/>
                  <a:pt x="103138" y="64461"/>
                  <a:pt x="103138" y="69652"/>
                </a:cubicBezTo>
                <a:close/>
              </a:path>
            </a:pathLst>
          </a:custGeom>
          <a:solidFill>
            <a:srgbClr val="F8F5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5295677" y="5408165"/>
            <a:ext cx="63912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585C4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Builds Confidence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5295677" y="5712891"/>
            <a:ext cx="638175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3A3A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Mastering physical challenges boosts self-esteem and encourages active lifestyles.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5333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A3B1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45232" y="695151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60734" y="17859"/>
                </a:moveTo>
                <a:cubicBezTo>
                  <a:pt x="160734" y="7981"/>
                  <a:pt x="152753" y="0"/>
                  <a:pt x="142875" y="0"/>
                </a:cubicBezTo>
                <a:cubicBezTo>
                  <a:pt x="132997" y="0"/>
                  <a:pt x="125016" y="7981"/>
                  <a:pt x="125016" y="17859"/>
                </a:cubicBezTo>
                <a:lnTo>
                  <a:pt x="125016" y="133945"/>
                </a:lnTo>
                <a:cubicBezTo>
                  <a:pt x="125016" y="138857"/>
                  <a:pt x="120997" y="142875"/>
                  <a:pt x="116086" y="142875"/>
                </a:cubicBezTo>
                <a:cubicBezTo>
                  <a:pt x="111175" y="142875"/>
                  <a:pt x="107156" y="138857"/>
                  <a:pt x="107156" y="133945"/>
                </a:cubicBezTo>
                <a:lnTo>
                  <a:pt x="107156" y="35719"/>
                </a:lnTo>
                <a:cubicBezTo>
                  <a:pt x="107156" y="25840"/>
                  <a:pt x="99175" y="17859"/>
                  <a:pt x="89297" y="17859"/>
                </a:cubicBezTo>
                <a:cubicBezTo>
                  <a:pt x="79418" y="17859"/>
                  <a:pt x="71438" y="25840"/>
                  <a:pt x="71438" y="35719"/>
                </a:cubicBezTo>
                <a:lnTo>
                  <a:pt x="71438" y="187523"/>
                </a:lnTo>
                <a:cubicBezTo>
                  <a:pt x="71438" y="188361"/>
                  <a:pt x="71438" y="189254"/>
                  <a:pt x="71493" y="190091"/>
                </a:cubicBezTo>
                <a:lnTo>
                  <a:pt x="37728" y="157944"/>
                </a:lnTo>
                <a:cubicBezTo>
                  <a:pt x="28798" y="149461"/>
                  <a:pt x="14678" y="149796"/>
                  <a:pt x="6139" y="158725"/>
                </a:cubicBezTo>
                <a:cubicBezTo>
                  <a:pt x="-2400" y="167655"/>
                  <a:pt x="-2009" y="181775"/>
                  <a:pt x="6921" y="190314"/>
                </a:cubicBezTo>
                <a:lnTo>
                  <a:pt x="69652" y="250031"/>
                </a:lnTo>
                <a:cubicBezTo>
                  <a:pt x="93706" y="272969"/>
                  <a:pt x="125685" y="285750"/>
                  <a:pt x="158948" y="285750"/>
                </a:cubicBezTo>
                <a:lnTo>
                  <a:pt x="169664" y="285750"/>
                </a:lnTo>
                <a:cubicBezTo>
                  <a:pt x="223912" y="285750"/>
                  <a:pt x="267891" y="241771"/>
                  <a:pt x="267891" y="187523"/>
                </a:cubicBezTo>
                <a:lnTo>
                  <a:pt x="267891" y="71438"/>
                </a:lnTo>
                <a:cubicBezTo>
                  <a:pt x="267891" y="61559"/>
                  <a:pt x="259910" y="53578"/>
                  <a:pt x="250031" y="53578"/>
                </a:cubicBezTo>
                <a:cubicBezTo>
                  <a:pt x="240153" y="53578"/>
                  <a:pt x="232172" y="61559"/>
                  <a:pt x="232172" y="71438"/>
                </a:cubicBezTo>
                <a:lnTo>
                  <a:pt x="232172" y="133945"/>
                </a:lnTo>
                <a:cubicBezTo>
                  <a:pt x="232172" y="138857"/>
                  <a:pt x="228154" y="142875"/>
                  <a:pt x="223242" y="142875"/>
                </a:cubicBezTo>
                <a:cubicBezTo>
                  <a:pt x="218331" y="142875"/>
                  <a:pt x="214313" y="138857"/>
                  <a:pt x="214313" y="133945"/>
                </a:cubicBezTo>
                <a:lnTo>
                  <a:pt x="214313" y="35719"/>
                </a:lnTo>
                <a:cubicBezTo>
                  <a:pt x="214313" y="25840"/>
                  <a:pt x="206332" y="17859"/>
                  <a:pt x="196453" y="17859"/>
                </a:cubicBezTo>
                <a:cubicBezTo>
                  <a:pt x="186575" y="17859"/>
                  <a:pt x="178594" y="25840"/>
                  <a:pt x="178594" y="35719"/>
                </a:cubicBezTo>
                <a:lnTo>
                  <a:pt x="178594" y="133945"/>
                </a:lnTo>
                <a:cubicBezTo>
                  <a:pt x="178594" y="138857"/>
                  <a:pt x="174575" y="142875"/>
                  <a:pt x="169664" y="142875"/>
                </a:cubicBezTo>
                <a:cubicBezTo>
                  <a:pt x="164753" y="142875"/>
                  <a:pt x="160734" y="138857"/>
                  <a:pt x="160734" y="133945"/>
                </a:cubicBezTo>
                <a:lnTo>
                  <a:pt x="160734" y="17859"/>
                </a:lnTo>
                <a:close/>
              </a:path>
            </a:pathLst>
          </a:custGeom>
          <a:solidFill>
            <a:srgbClr val="F8F5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142876" y="381000"/>
            <a:ext cx="454342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500" b="1" dirty="0">
                <a:solidFill>
                  <a:srgbClr val="585C45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Fine Motor Skills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42876" y="990574"/>
            <a:ext cx="43719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dirty="0">
                <a:solidFill>
                  <a:srgbClr val="A3B18A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✋ Small Muscles, Big Skills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1000" y="1578818"/>
            <a:ext cx="7200900" cy="1162050"/>
          </a:xfrm>
          <a:custGeom>
            <a:avLst/>
            <a:gdLst/>
            <a:ahLst/>
            <a:cxnLst/>
            <a:rect l="l" t="t" r="r" b="b"/>
            <a:pathLst>
              <a:path w="7200900" h="1162050">
                <a:moveTo>
                  <a:pt x="114299" y="0"/>
                </a:moveTo>
                <a:lnTo>
                  <a:pt x="7086601" y="0"/>
                </a:lnTo>
                <a:cubicBezTo>
                  <a:pt x="7149726" y="0"/>
                  <a:pt x="7200900" y="51174"/>
                  <a:pt x="7200900" y="114299"/>
                </a:cubicBezTo>
                <a:lnTo>
                  <a:pt x="7200900" y="1047751"/>
                </a:lnTo>
                <a:cubicBezTo>
                  <a:pt x="7200900" y="1110876"/>
                  <a:pt x="7149726" y="1162050"/>
                  <a:pt x="7086601" y="1162050"/>
                </a:cubicBezTo>
                <a:lnTo>
                  <a:pt x="114299" y="1162050"/>
                </a:lnTo>
                <a:cubicBezTo>
                  <a:pt x="51174" y="1162050"/>
                  <a:pt x="0" y="1110876"/>
                  <a:pt x="0" y="1047751"/>
                </a:cubicBezTo>
                <a:lnTo>
                  <a:pt x="0" y="114299"/>
                </a:lnTo>
                <a:cubicBezTo>
                  <a:pt x="0" y="51174"/>
                  <a:pt x="51174" y="0"/>
                  <a:pt x="114299" y="0"/>
                </a:cubicBezTo>
                <a:close/>
              </a:path>
            </a:pathLst>
          </a:custGeom>
          <a:solidFill>
            <a:srgbClr val="FFFFFF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33301" y="1769194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61888" y="1873993"/>
            <a:ext cx="128588" cy="171450"/>
          </a:xfrm>
          <a:custGeom>
            <a:avLst/>
            <a:gdLst/>
            <a:ahLst/>
            <a:cxnLst/>
            <a:rect l="l" t="t" r="r" b="b"/>
            <a:pathLst>
              <a:path w="128588" h="171450">
                <a:moveTo>
                  <a:pt x="10716" y="10716"/>
                </a:moveTo>
                <a:cubicBezTo>
                  <a:pt x="10716" y="4789"/>
                  <a:pt x="15504" y="0"/>
                  <a:pt x="21431" y="0"/>
                </a:cubicBezTo>
                <a:cubicBezTo>
                  <a:pt x="27358" y="0"/>
                  <a:pt x="32147" y="4789"/>
                  <a:pt x="32147" y="10716"/>
                </a:cubicBezTo>
                <a:lnTo>
                  <a:pt x="32147" y="80367"/>
                </a:lnTo>
                <a:lnTo>
                  <a:pt x="10716" y="80367"/>
                </a:lnTo>
                <a:lnTo>
                  <a:pt x="10716" y="10716"/>
                </a:lnTo>
                <a:close/>
                <a:moveTo>
                  <a:pt x="75009" y="64294"/>
                </a:moveTo>
                <a:cubicBezTo>
                  <a:pt x="75009" y="58367"/>
                  <a:pt x="79798" y="53578"/>
                  <a:pt x="85725" y="53578"/>
                </a:cubicBezTo>
                <a:cubicBezTo>
                  <a:pt x="91652" y="53578"/>
                  <a:pt x="96441" y="58367"/>
                  <a:pt x="96441" y="64294"/>
                </a:cubicBezTo>
                <a:lnTo>
                  <a:pt x="96441" y="85725"/>
                </a:lnTo>
                <a:cubicBezTo>
                  <a:pt x="96441" y="91652"/>
                  <a:pt x="91652" y="96441"/>
                  <a:pt x="85725" y="96441"/>
                </a:cubicBezTo>
                <a:cubicBezTo>
                  <a:pt x="79798" y="96441"/>
                  <a:pt x="75009" y="91652"/>
                  <a:pt x="75009" y="85725"/>
                </a:cubicBezTo>
                <a:lnTo>
                  <a:pt x="75009" y="64294"/>
                </a:lnTo>
                <a:close/>
                <a:moveTo>
                  <a:pt x="53578" y="42863"/>
                </a:moveTo>
                <a:cubicBezTo>
                  <a:pt x="59505" y="42863"/>
                  <a:pt x="64294" y="47651"/>
                  <a:pt x="64294" y="53578"/>
                </a:cubicBezTo>
                <a:lnTo>
                  <a:pt x="64294" y="69652"/>
                </a:lnTo>
                <a:cubicBezTo>
                  <a:pt x="64294" y="75579"/>
                  <a:pt x="59505" y="80367"/>
                  <a:pt x="53578" y="80367"/>
                </a:cubicBezTo>
                <a:cubicBezTo>
                  <a:pt x="47651" y="80367"/>
                  <a:pt x="42863" y="75579"/>
                  <a:pt x="42863" y="69652"/>
                </a:cubicBezTo>
                <a:lnTo>
                  <a:pt x="42863" y="53578"/>
                </a:lnTo>
                <a:cubicBezTo>
                  <a:pt x="42863" y="47651"/>
                  <a:pt x="47651" y="42863"/>
                  <a:pt x="53578" y="42863"/>
                </a:cubicBezTo>
                <a:close/>
                <a:moveTo>
                  <a:pt x="107156" y="75009"/>
                </a:moveTo>
                <a:cubicBezTo>
                  <a:pt x="107156" y="69082"/>
                  <a:pt x="111945" y="64294"/>
                  <a:pt x="117872" y="64294"/>
                </a:cubicBezTo>
                <a:cubicBezTo>
                  <a:pt x="123799" y="64294"/>
                  <a:pt x="128588" y="69082"/>
                  <a:pt x="128588" y="75009"/>
                </a:cubicBezTo>
                <a:lnTo>
                  <a:pt x="128588" y="96441"/>
                </a:lnTo>
                <a:cubicBezTo>
                  <a:pt x="128588" y="102368"/>
                  <a:pt x="123799" y="107156"/>
                  <a:pt x="117872" y="107156"/>
                </a:cubicBezTo>
                <a:cubicBezTo>
                  <a:pt x="111945" y="107156"/>
                  <a:pt x="107156" y="102368"/>
                  <a:pt x="107156" y="96441"/>
                </a:cubicBezTo>
                <a:lnTo>
                  <a:pt x="107156" y="75009"/>
                </a:lnTo>
                <a:close/>
                <a:moveTo>
                  <a:pt x="75009" y="104477"/>
                </a:moveTo>
                <a:lnTo>
                  <a:pt x="75009" y="104276"/>
                </a:lnTo>
                <a:cubicBezTo>
                  <a:pt x="78157" y="106085"/>
                  <a:pt x="81807" y="107156"/>
                  <a:pt x="85725" y="107156"/>
                </a:cubicBezTo>
                <a:cubicBezTo>
                  <a:pt x="90145" y="107156"/>
                  <a:pt x="94231" y="105817"/>
                  <a:pt x="97646" y="103540"/>
                </a:cubicBezTo>
                <a:cubicBezTo>
                  <a:pt x="100559" y="111878"/>
                  <a:pt x="108529" y="117872"/>
                  <a:pt x="117872" y="117872"/>
                </a:cubicBezTo>
                <a:cubicBezTo>
                  <a:pt x="121790" y="117872"/>
                  <a:pt x="125440" y="116834"/>
                  <a:pt x="128588" y="114992"/>
                </a:cubicBezTo>
                <a:lnTo>
                  <a:pt x="128588" y="117872"/>
                </a:lnTo>
                <a:cubicBezTo>
                  <a:pt x="128588" y="147474"/>
                  <a:pt x="104611" y="171450"/>
                  <a:pt x="75009" y="171450"/>
                </a:cubicBezTo>
                <a:lnTo>
                  <a:pt x="54348" y="171450"/>
                </a:lnTo>
                <a:cubicBezTo>
                  <a:pt x="40150" y="171450"/>
                  <a:pt x="26521" y="165791"/>
                  <a:pt x="16475" y="155745"/>
                </a:cubicBezTo>
                <a:lnTo>
                  <a:pt x="12557" y="151860"/>
                </a:lnTo>
                <a:cubicBezTo>
                  <a:pt x="4521" y="143824"/>
                  <a:pt x="0" y="132907"/>
                  <a:pt x="0" y="121555"/>
                </a:cubicBezTo>
                <a:lnTo>
                  <a:pt x="0" y="112514"/>
                </a:lnTo>
                <a:cubicBezTo>
                  <a:pt x="0" y="100693"/>
                  <a:pt x="9611" y="91083"/>
                  <a:pt x="21431" y="91083"/>
                </a:cubicBezTo>
                <a:lnTo>
                  <a:pt x="50899" y="91083"/>
                </a:lnTo>
                <a:cubicBezTo>
                  <a:pt x="58300" y="91083"/>
                  <a:pt x="64294" y="97077"/>
                  <a:pt x="64294" y="104477"/>
                </a:cubicBezTo>
                <a:cubicBezTo>
                  <a:pt x="64294" y="111878"/>
                  <a:pt x="58300" y="117872"/>
                  <a:pt x="50899" y="117872"/>
                </a:cubicBezTo>
                <a:lnTo>
                  <a:pt x="32147" y="117872"/>
                </a:lnTo>
                <a:cubicBezTo>
                  <a:pt x="29200" y="117872"/>
                  <a:pt x="26789" y="120283"/>
                  <a:pt x="26789" y="123230"/>
                </a:cubicBezTo>
                <a:cubicBezTo>
                  <a:pt x="26789" y="126176"/>
                  <a:pt x="29200" y="128588"/>
                  <a:pt x="32147" y="128588"/>
                </a:cubicBezTo>
                <a:lnTo>
                  <a:pt x="50899" y="128588"/>
                </a:lnTo>
                <a:cubicBezTo>
                  <a:pt x="64227" y="128588"/>
                  <a:pt x="75009" y="117805"/>
                  <a:pt x="75009" y="104477"/>
                </a:cubicBezTo>
                <a:close/>
              </a:path>
            </a:pathLst>
          </a:custGeom>
          <a:solidFill>
            <a:srgbClr val="F8F5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66602" y="1731118"/>
            <a:ext cx="64579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585C4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Small Muscle Control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66602" y="2035843"/>
            <a:ext cx="6448425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3A3A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Fine motor skills involve precise movements of hands, fingers, and wrists for detailed tasks.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81000" y="2897312"/>
            <a:ext cx="7200900" cy="1162050"/>
          </a:xfrm>
          <a:custGeom>
            <a:avLst/>
            <a:gdLst/>
            <a:ahLst/>
            <a:cxnLst/>
            <a:rect l="l" t="t" r="r" b="b"/>
            <a:pathLst>
              <a:path w="7200900" h="1162050">
                <a:moveTo>
                  <a:pt x="114299" y="0"/>
                </a:moveTo>
                <a:lnTo>
                  <a:pt x="7086601" y="0"/>
                </a:lnTo>
                <a:cubicBezTo>
                  <a:pt x="7149726" y="0"/>
                  <a:pt x="7200900" y="51174"/>
                  <a:pt x="7200900" y="114299"/>
                </a:cubicBezTo>
                <a:lnTo>
                  <a:pt x="7200900" y="1047751"/>
                </a:lnTo>
                <a:cubicBezTo>
                  <a:pt x="7200900" y="1110876"/>
                  <a:pt x="7149726" y="1162050"/>
                  <a:pt x="7086601" y="1162050"/>
                </a:cubicBezTo>
                <a:lnTo>
                  <a:pt x="114299" y="1162050"/>
                </a:lnTo>
                <a:cubicBezTo>
                  <a:pt x="51174" y="1162050"/>
                  <a:pt x="0" y="1110876"/>
                  <a:pt x="0" y="1047751"/>
                </a:cubicBezTo>
                <a:lnTo>
                  <a:pt x="0" y="114299"/>
                </a:lnTo>
                <a:cubicBezTo>
                  <a:pt x="0" y="51174"/>
                  <a:pt x="51174" y="0"/>
                  <a:pt x="114299" y="0"/>
                </a:cubicBezTo>
                <a:close/>
              </a:path>
            </a:pathLst>
          </a:custGeom>
          <a:solidFill>
            <a:srgbClr val="FFFFFF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533301" y="3087686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A3B1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29741" y="3192487"/>
            <a:ext cx="192881" cy="171450"/>
          </a:xfrm>
          <a:custGeom>
            <a:avLst/>
            <a:gdLst/>
            <a:ahLst/>
            <a:cxnLst/>
            <a:rect l="l" t="t" r="r" b="b"/>
            <a:pathLst>
              <a:path w="192881" h="171450">
                <a:moveTo>
                  <a:pt x="96441" y="10716"/>
                </a:moveTo>
                <a:cubicBezTo>
                  <a:pt x="69384" y="10716"/>
                  <a:pt x="47718" y="23039"/>
                  <a:pt x="31946" y="37706"/>
                </a:cubicBezTo>
                <a:cubicBezTo>
                  <a:pt x="16274" y="52272"/>
                  <a:pt x="5793" y="69652"/>
                  <a:pt x="804" y="81606"/>
                </a:cubicBezTo>
                <a:cubicBezTo>
                  <a:pt x="-301" y="84252"/>
                  <a:pt x="-301" y="87198"/>
                  <a:pt x="804" y="89844"/>
                </a:cubicBezTo>
                <a:cubicBezTo>
                  <a:pt x="5793" y="101798"/>
                  <a:pt x="16274" y="119211"/>
                  <a:pt x="31946" y="133744"/>
                </a:cubicBezTo>
                <a:cubicBezTo>
                  <a:pt x="47718" y="148378"/>
                  <a:pt x="69384" y="160734"/>
                  <a:pt x="96441" y="160734"/>
                </a:cubicBezTo>
                <a:cubicBezTo>
                  <a:pt x="123498" y="160734"/>
                  <a:pt x="145163" y="148411"/>
                  <a:pt x="160935" y="133744"/>
                </a:cubicBezTo>
                <a:cubicBezTo>
                  <a:pt x="176607" y="119178"/>
                  <a:pt x="187088" y="101798"/>
                  <a:pt x="192078" y="89844"/>
                </a:cubicBezTo>
                <a:cubicBezTo>
                  <a:pt x="193183" y="87198"/>
                  <a:pt x="193183" y="84252"/>
                  <a:pt x="192078" y="81606"/>
                </a:cubicBezTo>
                <a:cubicBezTo>
                  <a:pt x="187088" y="69652"/>
                  <a:pt x="176607" y="52239"/>
                  <a:pt x="160935" y="37706"/>
                </a:cubicBezTo>
                <a:cubicBezTo>
                  <a:pt x="145163" y="23072"/>
                  <a:pt x="123498" y="10716"/>
                  <a:pt x="96441" y="10716"/>
                </a:cubicBezTo>
                <a:close/>
                <a:moveTo>
                  <a:pt x="48220" y="85725"/>
                </a:moveTo>
                <a:cubicBezTo>
                  <a:pt x="48220" y="59111"/>
                  <a:pt x="69827" y="37505"/>
                  <a:pt x="96441" y="37505"/>
                </a:cubicBezTo>
                <a:cubicBezTo>
                  <a:pt x="123054" y="37505"/>
                  <a:pt x="144661" y="59111"/>
                  <a:pt x="144661" y="85725"/>
                </a:cubicBezTo>
                <a:cubicBezTo>
                  <a:pt x="144661" y="112339"/>
                  <a:pt x="123054" y="133945"/>
                  <a:pt x="96441" y="133945"/>
                </a:cubicBezTo>
                <a:cubicBezTo>
                  <a:pt x="69827" y="133945"/>
                  <a:pt x="48220" y="112339"/>
                  <a:pt x="48220" y="85725"/>
                </a:cubicBezTo>
                <a:close/>
                <a:moveTo>
                  <a:pt x="96441" y="64294"/>
                </a:moveTo>
                <a:cubicBezTo>
                  <a:pt x="96441" y="76114"/>
                  <a:pt x="86830" y="85725"/>
                  <a:pt x="75009" y="85725"/>
                </a:cubicBezTo>
                <a:cubicBezTo>
                  <a:pt x="71158" y="85725"/>
                  <a:pt x="67542" y="84720"/>
                  <a:pt x="64394" y="82912"/>
                </a:cubicBezTo>
                <a:cubicBezTo>
                  <a:pt x="64059" y="86562"/>
                  <a:pt x="64361" y="90313"/>
                  <a:pt x="65365" y="94030"/>
                </a:cubicBezTo>
                <a:cubicBezTo>
                  <a:pt x="69953" y="111175"/>
                  <a:pt x="87600" y="121354"/>
                  <a:pt x="104745" y="116767"/>
                </a:cubicBezTo>
                <a:cubicBezTo>
                  <a:pt x="121890" y="112179"/>
                  <a:pt x="132070" y="94532"/>
                  <a:pt x="127482" y="77387"/>
                </a:cubicBezTo>
                <a:cubicBezTo>
                  <a:pt x="123397" y="62084"/>
                  <a:pt x="108898" y="52339"/>
                  <a:pt x="93628" y="53679"/>
                </a:cubicBezTo>
                <a:cubicBezTo>
                  <a:pt x="95403" y="56793"/>
                  <a:pt x="96441" y="60409"/>
                  <a:pt x="96441" y="64294"/>
                </a:cubicBezTo>
                <a:close/>
              </a:path>
            </a:pathLst>
          </a:custGeom>
          <a:solidFill>
            <a:srgbClr val="F8F5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066602" y="3049612"/>
            <a:ext cx="64579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585C4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Hand-Eye Coordination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66602" y="3354337"/>
            <a:ext cx="6448425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3A3A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These activities strengthen the connection between visual processing and manual dexterity.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81000" y="4215803"/>
            <a:ext cx="7200900" cy="1162050"/>
          </a:xfrm>
          <a:custGeom>
            <a:avLst/>
            <a:gdLst/>
            <a:ahLst/>
            <a:cxnLst/>
            <a:rect l="l" t="t" r="r" b="b"/>
            <a:pathLst>
              <a:path w="7200900" h="1162050">
                <a:moveTo>
                  <a:pt x="114299" y="0"/>
                </a:moveTo>
                <a:lnTo>
                  <a:pt x="7086601" y="0"/>
                </a:lnTo>
                <a:cubicBezTo>
                  <a:pt x="7149726" y="0"/>
                  <a:pt x="7200900" y="51174"/>
                  <a:pt x="7200900" y="114299"/>
                </a:cubicBezTo>
                <a:lnTo>
                  <a:pt x="7200900" y="1047751"/>
                </a:lnTo>
                <a:cubicBezTo>
                  <a:pt x="7200900" y="1110876"/>
                  <a:pt x="7149726" y="1162050"/>
                  <a:pt x="7086601" y="1162050"/>
                </a:cubicBezTo>
                <a:lnTo>
                  <a:pt x="114299" y="1162050"/>
                </a:lnTo>
                <a:cubicBezTo>
                  <a:pt x="51174" y="1162050"/>
                  <a:pt x="0" y="1110876"/>
                  <a:pt x="0" y="1047751"/>
                </a:cubicBezTo>
                <a:lnTo>
                  <a:pt x="0" y="114299"/>
                </a:lnTo>
                <a:cubicBezTo>
                  <a:pt x="0" y="51174"/>
                  <a:pt x="51174" y="0"/>
                  <a:pt x="114299" y="0"/>
                </a:cubicBezTo>
                <a:close/>
              </a:path>
            </a:pathLst>
          </a:custGeom>
          <a:solidFill>
            <a:srgbClr val="FFFFFF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33301" y="440618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40457" y="4510980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171450" y="85725"/>
                </a:moveTo>
                <a:cubicBezTo>
                  <a:pt x="171450" y="86026"/>
                  <a:pt x="171450" y="86328"/>
                  <a:pt x="171450" y="86629"/>
                </a:cubicBezTo>
                <a:cubicBezTo>
                  <a:pt x="171316" y="98852"/>
                  <a:pt x="160199" y="107156"/>
                  <a:pt x="147976" y="107156"/>
                </a:cubicBezTo>
                <a:lnTo>
                  <a:pt x="115193" y="107156"/>
                </a:lnTo>
                <a:cubicBezTo>
                  <a:pt x="106319" y="107156"/>
                  <a:pt x="99120" y="114356"/>
                  <a:pt x="99120" y="123230"/>
                </a:cubicBezTo>
                <a:cubicBezTo>
                  <a:pt x="99120" y="124368"/>
                  <a:pt x="99253" y="125473"/>
                  <a:pt x="99454" y="126545"/>
                </a:cubicBezTo>
                <a:cubicBezTo>
                  <a:pt x="100158" y="129960"/>
                  <a:pt x="101631" y="133242"/>
                  <a:pt x="103071" y="136557"/>
                </a:cubicBezTo>
                <a:cubicBezTo>
                  <a:pt x="105114" y="141178"/>
                  <a:pt x="107123" y="145766"/>
                  <a:pt x="107123" y="150622"/>
                </a:cubicBezTo>
                <a:cubicBezTo>
                  <a:pt x="107123" y="161270"/>
                  <a:pt x="99890" y="170948"/>
                  <a:pt x="89241" y="171383"/>
                </a:cubicBezTo>
                <a:cubicBezTo>
                  <a:pt x="88069" y="171417"/>
                  <a:pt x="86897" y="171450"/>
                  <a:pt x="85692" y="171450"/>
                </a:cubicBezTo>
                <a:cubicBezTo>
                  <a:pt x="38342" y="171450"/>
                  <a:pt x="-33" y="133075"/>
                  <a:pt x="-33" y="85725"/>
                </a:cubicBezTo>
                <a:cubicBezTo>
                  <a:pt x="-33" y="38375"/>
                  <a:pt x="38375" y="0"/>
                  <a:pt x="85725" y="0"/>
                </a:cubicBezTo>
                <a:cubicBezTo>
                  <a:pt x="133075" y="0"/>
                  <a:pt x="171450" y="38375"/>
                  <a:pt x="171450" y="85725"/>
                </a:cubicBezTo>
                <a:close/>
                <a:moveTo>
                  <a:pt x="42863" y="96441"/>
                </a:moveTo>
                <a:cubicBezTo>
                  <a:pt x="42863" y="90527"/>
                  <a:pt x="38061" y="85725"/>
                  <a:pt x="32147" y="85725"/>
                </a:cubicBezTo>
                <a:cubicBezTo>
                  <a:pt x="26233" y="85725"/>
                  <a:pt x="21431" y="90527"/>
                  <a:pt x="21431" y="96441"/>
                </a:cubicBezTo>
                <a:cubicBezTo>
                  <a:pt x="21431" y="102355"/>
                  <a:pt x="26233" y="107156"/>
                  <a:pt x="32147" y="107156"/>
                </a:cubicBezTo>
                <a:cubicBezTo>
                  <a:pt x="38061" y="107156"/>
                  <a:pt x="42863" y="102355"/>
                  <a:pt x="42863" y="96441"/>
                </a:cubicBezTo>
                <a:close/>
                <a:moveTo>
                  <a:pt x="42863" y="64294"/>
                </a:moveTo>
                <a:cubicBezTo>
                  <a:pt x="48777" y="64294"/>
                  <a:pt x="53578" y="59492"/>
                  <a:pt x="53578" y="53578"/>
                </a:cubicBezTo>
                <a:cubicBezTo>
                  <a:pt x="53578" y="47664"/>
                  <a:pt x="48777" y="42863"/>
                  <a:pt x="42863" y="42863"/>
                </a:cubicBezTo>
                <a:cubicBezTo>
                  <a:pt x="36948" y="42863"/>
                  <a:pt x="32147" y="47664"/>
                  <a:pt x="32147" y="53578"/>
                </a:cubicBezTo>
                <a:cubicBezTo>
                  <a:pt x="32147" y="59492"/>
                  <a:pt x="36948" y="64294"/>
                  <a:pt x="42863" y="64294"/>
                </a:cubicBezTo>
                <a:close/>
                <a:moveTo>
                  <a:pt x="96441" y="32147"/>
                </a:moveTo>
                <a:cubicBezTo>
                  <a:pt x="96441" y="26233"/>
                  <a:pt x="91639" y="21431"/>
                  <a:pt x="85725" y="21431"/>
                </a:cubicBezTo>
                <a:cubicBezTo>
                  <a:pt x="79811" y="21431"/>
                  <a:pt x="75009" y="26233"/>
                  <a:pt x="75009" y="32147"/>
                </a:cubicBezTo>
                <a:cubicBezTo>
                  <a:pt x="75009" y="38061"/>
                  <a:pt x="79811" y="42863"/>
                  <a:pt x="85725" y="42863"/>
                </a:cubicBezTo>
                <a:cubicBezTo>
                  <a:pt x="91639" y="42863"/>
                  <a:pt x="96441" y="38061"/>
                  <a:pt x="96441" y="32147"/>
                </a:cubicBezTo>
                <a:close/>
                <a:moveTo>
                  <a:pt x="128588" y="64294"/>
                </a:moveTo>
                <a:cubicBezTo>
                  <a:pt x="134502" y="64294"/>
                  <a:pt x="139303" y="59492"/>
                  <a:pt x="139303" y="53578"/>
                </a:cubicBezTo>
                <a:cubicBezTo>
                  <a:pt x="139303" y="47664"/>
                  <a:pt x="134502" y="42863"/>
                  <a:pt x="128588" y="42863"/>
                </a:cubicBezTo>
                <a:cubicBezTo>
                  <a:pt x="122673" y="42863"/>
                  <a:pt x="117872" y="47664"/>
                  <a:pt x="117872" y="53578"/>
                </a:cubicBezTo>
                <a:cubicBezTo>
                  <a:pt x="117872" y="59492"/>
                  <a:pt x="122673" y="64294"/>
                  <a:pt x="128588" y="64294"/>
                </a:cubicBezTo>
                <a:close/>
              </a:path>
            </a:pathLst>
          </a:custGeom>
          <a:solidFill>
            <a:srgbClr val="F8F5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066602" y="4368105"/>
            <a:ext cx="64579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585C4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Creative Activities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66602" y="4672831"/>
            <a:ext cx="6448425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3A3A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Drawing, coloring, beading, and cutting develop precision while expressing creativity.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81000" y="5534297"/>
            <a:ext cx="7200900" cy="885825"/>
          </a:xfrm>
          <a:custGeom>
            <a:avLst/>
            <a:gdLst/>
            <a:ahLst/>
            <a:cxnLst/>
            <a:rect l="l" t="t" r="r" b="b"/>
            <a:pathLst>
              <a:path w="7200900" h="885825">
                <a:moveTo>
                  <a:pt x="114298" y="0"/>
                </a:moveTo>
                <a:lnTo>
                  <a:pt x="7086602" y="0"/>
                </a:lnTo>
                <a:cubicBezTo>
                  <a:pt x="7149685" y="0"/>
                  <a:pt x="7200900" y="51215"/>
                  <a:pt x="7200900" y="114298"/>
                </a:cubicBezTo>
                <a:lnTo>
                  <a:pt x="7200900" y="771527"/>
                </a:lnTo>
                <a:cubicBezTo>
                  <a:pt x="7200900" y="834610"/>
                  <a:pt x="7149685" y="885825"/>
                  <a:pt x="7086602" y="885825"/>
                </a:cubicBezTo>
                <a:lnTo>
                  <a:pt x="114298" y="885825"/>
                </a:lnTo>
                <a:cubicBezTo>
                  <a:pt x="51215" y="885825"/>
                  <a:pt x="0" y="834610"/>
                  <a:pt x="0" y="771527"/>
                </a:cubicBezTo>
                <a:lnTo>
                  <a:pt x="0" y="114298"/>
                </a:lnTo>
                <a:cubicBezTo>
                  <a:pt x="0" y="51215"/>
                  <a:pt x="51215" y="0"/>
                  <a:pt x="114298" y="0"/>
                </a:cubicBezTo>
                <a:close/>
              </a:path>
            </a:pathLst>
          </a:custGeom>
          <a:solidFill>
            <a:srgbClr val="FFFFFF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533301" y="5724674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A3B1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40457" y="5829472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12189" y="118274"/>
                </a:moveTo>
                <a:cubicBezTo>
                  <a:pt x="13562" y="113385"/>
                  <a:pt x="16140" y="108931"/>
                  <a:pt x="19757" y="105315"/>
                </a:cubicBezTo>
                <a:lnTo>
                  <a:pt x="80434" y="44637"/>
                </a:lnTo>
                <a:lnTo>
                  <a:pt x="91786" y="33285"/>
                </a:lnTo>
                <a:cubicBezTo>
                  <a:pt x="97345" y="38844"/>
                  <a:pt x="108965" y="50464"/>
                  <a:pt x="126612" y="68111"/>
                </a:cubicBezTo>
                <a:lnTo>
                  <a:pt x="137964" y="79463"/>
                </a:lnTo>
                <a:lnTo>
                  <a:pt x="126612" y="90815"/>
                </a:lnTo>
                <a:lnTo>
                  <a:pt x="65935" y="151492"/>
                </a:lnTo>
                <a:cubicBezTo>
                  <a:pt x="62352" y="155075"/>
                  <a:pt x="57864" y="157687"/>
                  <a:pt x="52975" y="159060"/>
                </a:cubicBezTo>
                <a:lnTo>
                  <a:pt x="10180" y="170981"/>
                </a:lnTo>
                <a:cubicBezTo>
                  <a:pt x="7400" y="171751"/>
                  <a:pt x="4387" y="170981"/>
                  <a:pt x="2344" y="168905"/>
                </a:cubicBezTo>
                <a:cubicBezTo>
                  <a:pt x="301" y="166829"/>
                  <a:pt x="-469" y="163849"/>
                  <a:pt x="301" y="161069"/>
                </a:cubicBezTo>
                <a:lnTo>
                  <a:pt x="12189" y="118274"/>
                </a:lnTo>
                <a:close/>
                <a:moveTo>
                  <a:pt x="30807" y="117035"/>
                </a:moveTo>
                <a:cubicBezTo>
                  <a:pt x="29334" y="118609"/>
                  <a:pt x="28262" y="120517"/>
                  <a:pt x="27693" y="122593"/>
                </a:cubicBezTo>
                <a:lnTo>
                  <a:pt x="19623" y="151693"/>
                </a:lnTo>
                <a:lnTo>
                  <a:pt x="48723" y="143623"/>
                </a:lnTo>
                <a:cubicBezTo>
                  <a:pt x="50866" y="143020"/>
                  <a:pt x="52808" y="141915"/>
                  <a:pt x="54415" y="140375"/>
                </a:cubicBezTo>
                <a:lnTo>
                  <a:pt x="30774" y="117035"/>
                </a:lnTo>
                <a:close/>
                <a:moveTo>
                  <a:pt x="149349" y="68111"/>
                </a:moveTo>
                <a:cubicBezTo>
                  <a:pt x="143790" y="62552"/>
                  <a:pt x="132171" y="50933"/>
                  <a:pt x="114523" y="33285"/>
                </a:cubicBezTo>
                <a:lnTo>
                  <a:pt x="103138" y="21934"/>
                </a:lnTo>
                <a:cubicBezTo>
                  <a:pt x="112012" y="13060"/>
                  <a:pt x="117001" y="8070"/>
                  <a:pt x="118173" y="6898"/>
                </a:cubicBezTo>
                <a:cubicBezTo>
                  <a:pt x="122694" y="2344"/>
                  <a:pt x="128855" y="-201"/>
                  <a:pt x="135285" y="-201"/>
                </a:cubicBezTo>
                <a:cubicBezTo>
                  <a:pt x="141714" y="-201"/>
                  <a:pt x="147876" y="2344"/>
                  <a:pt x="152396" y="6898"/>
                </a:cubicBezTo>
                <a:lnTo>
                  <a:pt x="164351" y="18853"/>
                </a:lnTo>
                <a:cubicBezTo>
                  <a:pt x="168905" y="23407"/>
                  <a:pt x="171450" y="29568"/>
                  <a:pt x="171450" y="35964"/>
                </a:cubicBezTo>
                <a:cubicBezTo>
                  <a:pt x="171450" y="42360"/>
                  <a:pt x="168905" y="48555"/>
                  <a:pt x="164351" y="53076"/>
                </a:cubicBezTo>
                <a:cubicBezTo>
                  <a:pt x="163179" y="54248"/>
                  <a:pt x="158189" y="59237"/>
                  <a:pt x="149316" y="68111"/>
                </a:cubicBezTo>
                <a:close/>
              </a:path>
            </a:pathLst>
          </a:custGeom>
          <a:solidFill>
            <a:srgbClr val="F8F5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1066602" y="5686597"/>
            <a:ext cx="64389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585C4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Prepares for Writing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066602" y="5991323"/>
            <a:ext cx="6429375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3A3A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Strong fine motor skills enable children to hold pencils correctly and write with ease.</a:t>
            </a:r>
            <a:endParaRPr lang="en-US" sz="1600" dirty="0"/>
          </a:p>
        </p:txBody>
      </p:sp>
      <p:pic>
        <p:nvPicPr>
          <p:cNvPr id="26" name="Image 0" descr="https://kimi-web-img.moonshot.cn/img/images.squarespace-cdn.com/3b34ea7c4c4ff5550b410469e55b55dace0eb00a.jpg"/>
          <p:cNvPicPr>
            <a:picLocks noChangeAspect="1"/>
          </p:cNvPicPr>
          <p:nvPr/>
        </p:nvPicPr>
        <p:blipFill>
          <a:blip r:embed="rId3"/>
          <a:srcRect l="11072" r="11072"/>
          <a:stretch/>
        </p:blipFill>
        <p:spPr>
          <a:xfrm>
            <a:off x="7810500" y="1523874"/>
            <a:ext cx="4000500" cy="3429000"/>
          </a:xfrm>
          <a:prstGeom prst="roundRect">
            <a:avLst>
              <a:gd name="adj" fmla="val 4444"/>
            </a:avLst>
          </a:prstGeom>
        </p:spPr>
      </p:pic>
      <p:sp>
        <p:nvSpPr>
          <p:cNvPr id="27" name="Shape 24"/>
          <p:cNvSpPr/>
          <p:nvPr/>
        </p:nvSpPr>
        <p:spPr>
          <a:xfrm>
            <a:off x="7810500" y="5143374"/>
            <a:ext cx="4000500" cy="762000"/>
          </a:xfrm>
          <a:custGeom>
            <a:avLst/>
            <a:gdLst/>
            <a:ahLst/>
            <a:cxnLst/>
            <a:rect l="l" t="t" r="r" b="b"/>
            <a:pathLst>
              <a:path w="4000500" h="762000">
                <a:moveTo>
                  <a:pt x="152400" y="0"/>
                </a:moveTo>
                <a:lnTo>
                  <a:pt x="3848100" y="0"/>
                </a:lnTo>
                <a:cubicBezTo>
                  <a:pt x="3932212" y="0"/>
                  <a:pt x="4000500" y="68288"/>
                  <a:pt x="4000500" y="152400"/>
                </a:cubicBezTo>
                <a:lnTo>
                  <a:pt x="4000500" y="609600"/>
                </a:lnTo>
                <a:cubicBezTo>
                  <a:pt x="4000500" y="693712"/>
                  <a:pt x="3932212" y="762000"/>
                  <a:pt x="3848100" y="762000"/>
                </a:cubicBezTo>
                <a:lnTo>
                  <a:pt x="152400" y="762000"/>
                </a:lnTo>
                <a:cubicBezTo>
                  <a:pt x="68288" y="762000"/>
                  <a:pt x="0" y="693712"/>
                  <a:pt x="0" y="6096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A3B1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8039075" y="5371951"/>
            <a:ext cx="363855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F8F5F2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✨ Small hands learning skills.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5333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45232" y="695151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58502" y="-726"/>
                </a:moveTo>
                <a:cubicBezTo>
                  <a:pt x="148847" y="-6307"/>
                  <a:pt x="136903" y="-6307"/>
                  <a:pt x="127248" y="-726"/>
                </a:cubicBezTo>
                <a:lnTo>
                  <a:pt x="80256" y="26398"/>
                </a:lnTo>
                <a:cubicBezTo>
                  <a:pt x="70600" y="31979"/>
                  <a:pt x="64629" y="42304"/>
                  <a:pt x="64629" y="53467"/>
                </a:cubicBezTo>
                <a:lnTo>
                  <a:pt x="64629" y="110337"/>
                </a:lnTo>
                <a:lnTo>
                  <a:pt x="15348" y="138801"/>
                </a:lnTo>
                <a:cubicBezTo>
                  <a:pt x="5693" y="144382"/>
                  <a:pt x="-279" y="154707"/>
                  <a:pt x="-279" y="165869"/>
                </a:cubicBezTo>
                <a:lnTo>
                  <a:pt x="-279" y="220173"/>
                </a:lnTo>
                <a:cubicBezTo>
                  <a:pt x="-279" y="231335"/>
                  <a:pt x="5693" y="241660"/>
                  <a:pt x="15348" y="247241"/>
                </a:cubicBezTo>
                <a:lnTo>
                  <a:pt x="62396" y="274365"/>
                </a:lnTo>
                <a:cubicBezTo>
                  <a:pt x="72051" y="279946"/>
                  <a:pt x="83995" y="279946"/>
                  <a:pt x="93650" y="274365"/>
                </a:cubicBezTo>
                <a:lnTo>
                  <a:pt x="142931" y="245901"/>
                </a:lnTo>
                <a:lnTo>
                  <a:pt x="192212" y="274365"/>
                </a:lnTo>
                <a:cubicBezTo>
                  <a:pt x="201867" y="279946"/>
                  <a:pt x="213810" y="279946"/>
                  <a:pt x="223465" y="274365"/>
                </a:cubicBezTo>
                <a:lnTo>
                  <a:pt x="270402" y="247241"/>
                </a:lnTo>
                <a:cubicBezTo>
                  <a:pt x="280057" y="241660"/>
                  <a:pt x="286029" y="231335"/>
                  <a:pt x="286029" y="220173"/>
                </a:cubicBezTo>
                <a:lnTo>
                  <a:pt x="286029" y="165869"/>
                </a:lnTo>
                <a:cubicBezTo>
                  <a:pt x="286029" y="154707"/>
                  <a:pt x="280057" y="144382"/>
                  <a:pt x="270402" y="138801"/>
                </a:cubicBezTo>
                <a:lnTo>
                  <a:pt x="221121" y="110337"/>
                </a:lnTo>
                <a:lnTo>
                  <a:pt x="221121" y="53467"/>
                </a:lnTo>
                <a:cubicBezTo>
                  <a:pt x="221121" y="42304"/>
                  <a:pt x="215150" y="31979"/>
                  <a:pt x="205494" y="26398"/>
                </a:cubicBezTo>
                <a:lnTo>
                  <a:pt x="158502" y="-726"/>
                </a:lnTo>
                <a:close/>
                <a:moveTo>
                  <a:pt x="129480" y="163302"/>
                </a:moveTo>
                <a:lnTo>
                  <a:pt x="129480" y="222740"/>
                </a:lnTo>
                <a:lnTo>
                  <a:pt x="80200" y="251203"/>
                </a:lnTo>
                <a:cubicBezTo>
                  <a:pt x="79530" y="251594"/>
                  <a:pt x="78749" y="251817"/>
                  <a:pt x="77967" y="251817"/>
                </a:cubicBezTo>
                <a:lnTo>
                  <a:pt x="77967" y="193049"/>
                </a:lnTo>
                <a:lnTo>
                  <a:pt x="129480" y="163302"/>
                </a:lnTo>
                <a:close/>
                <a:moveTo>
                  <a:pt x="258626" y="163637"/>
                </a:moveTo>
                <a:cubicBezTo>
                  <a:pt x="259017" y="164306"/>
                  <a:pt x="259240" y="165088"/>
                  <a:pt x="259240" y="165869"/>
                </a:cubicBezTo>
                <a:lnTo>
                  <a:pt x="259240" y="220173"/>
                </a:lnTo>
                <a:cubicBezTo>
                  <a:pt x="259240" y="221791"/>
                  <a:pt x="258403" y="223242"/>
                  <a:pt x="257008" y="224024"/>
                </a:cubicBezTo>
                <a:lnTo>
                  <a:pt x="209959" y="251147"/>
                </a:lnTo>
                <a:cubicBezTo>
                  <a:pt x="209290" y="251538"/>
                  <a:pt x="208508" y="251761"/>
                  <a:pt x="207727" y="251761"/>
                </a:cubicBezTo>
                <a:lnTo>
                  <a:pt x="207727" y="192993"/>
                </a:lnTo>
                <a:lnTo>
                  <a:pt x="258626" y="163637"/>
                </a:lnTo>
                <a:close/>
                <a:moveTo>
                  <a:pt x="194388" y="53467"/>
                </a:moveTo>
                <a:lnTo>
                  <a:pt x="194388" y="110337"/>
                </a:lnTo>
                <a:lnTo>
                  <a:pt x="142875" y="140084"/>
                </a:lnTo>
                <a:lnTo>
                  <a:pt x="142875" y="80646"/>
                </a:lnTo>
                <a:lnTo>
                  <a:pt x="193774" y="51290"/>
                </a:lnTo>
                <a:cubicBezTo>
                  <a:pt x="194165" y="51960"/>
                  <a:pt x="194388" y="52741"/>
                  <a:pt x="194388" y="53522"/>
                </a:cubicBezTo>
                <a:close/>
              </a:path>
            </a:pathLst>
          </a:custGeom>
          <a:solidFill>
            <a:srgbClr val="F8F5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142876" y="381000"/>
            <a:ext cx="621982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500" b="1" dirty="0">
                <a:solidFill>
                  <a:srgbClr val="585C45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Montessori: Pink Tower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42876" y="990574"/>
            <a:ext cx="60483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dirty="0">
                <a:solidFill>
                  <a:srgbClr val="D4A373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🧊 A Classic Montessori Material</a:t>
            </a:r>
            <a:endParaRPr lang="en-US" sz="1600" dirty="0"/>
          </a:p>
        </p:txBody>
      </p:sp>
      <p:pic>
        <p:nvPicPr>
          <p:cNvPr id="6" name="Image 0" descr="https://kimi-web-img.moonshot.cn/img/images.squarespace-cdn.com/1e0e21d3c29a2393a4465d396a2e8607dbdec691.jpg"/>
          <p:cNvPicPr>
            <a:picLocks noChangeAspect="1"/>
          </p:cNvPicPr>
          <p:nvPr/>
        </p:nvPicPr>
        <p:blipFill>
          <a:blip r:embed="rId3"/>
          <a:srcRect t="21543" b="21543"/>
          <a:stretch/>
        </p:blipFill>
        <p:spPr>
          <a:xfrm>
            <a:off x="381000" y="1523874"/>
            <a:ext cx="4000500" cy="3429000"/>
          </a:xfrm>
          <a:prstGeom prst="roundRect">
            <a:avLst>
              <a:gd name="adj" fmla="val 4444"/>
            </a:avLst>
          </a:prstGeom>
        </p:spPr>
      </p:pic>
      <p:sp>
        <p:nvSpPr>
          <p:cNvPr id="7" name="Shape 4"/>
          <p:cNvSpPr/>
          <p:nvPr/>
        </p:nvSpPr>
        <p:spPr>
          <a:xfrm>
            <a:off x="381000" y="5143374"/>
            <a:ext cx="4000500" cy="762000"/>
          </a:xfrm>
          <a:custGeom>
            <a:avLst/>
            <a:gdLst/>
            <a:ahLst/>
            <a:cxnLst/>
            <a:rect l="l" t="t" r="r" b="b"/>
            <a:pathLst>
              <a:path w="4000500" h="762000">
                <a:moveTo>
                  <a:pt x="152400" y="0"/>
                </a:moveTo>
                <a:lnTo>
                  <a:pt x="3848100" y="0"/>
                </a:lnTo>
                <a:cubicBezTo>
                  <a:pt x="3932212" y="0"/>
                  <a:pt x="4000500" y="68288"/>
                  <a:pt x="4000500" y="152400"/>
                </a:cubicBezTo>
                <a:lnTo>
                  <a:pt x="4000500" y="609600"/>
                </a:lnTo>
                <a:cubicBezTo>
                  <a:pt x="4000500" y="693712"/>
                  <a:pt x="3932212" y="762000"/>
                  <a:pt x="3848100" y="762000"/>
                </a:cubicBezTo>
                <a:lnTo>
                  <a:pt x="152400" y="762000"/>
                </a:lnTo>
                <a:cubicBezTo>
                  <a:pt x="68288" y="762000"/>
                  <a:pt x="0" y="693712"/>
                  <a:pt x="0" y="6096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609575" y="5371951"/>
            <a:ext cx="363855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F8F5F2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✨ Learning by doing.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4610075" y="1523874"/>
            <a:ext cx="7200900" cy="1162050"/>
          </a:xfrm>
          <a:custGeom>
            <a:avLst/>
            <a:gdLst/>
            <a:ahLst/>
            <a:cxnLst/>
            <a:rect l="l" t="t" r="r" b="b"/>
            <a:pathLst>
              <a:path w="7200900" h="1162050">
                <a:moveTo>
                  <a:pt x="114299" y="0"/>
                </a:moveTo>
                <a:lnTo>
                  <a:pt x="7086601" y="0"/>
                </a:lnTo>
                <a:cubicBezTo>
                  <a:pt x="7149726" y="0"/>
                  <a:pt x="7200900" y="51174"/>
                  <a:pt x="7200900" y="114299"/>
                </a:cubicBezTo>
                <a:lnTo>
                  <a:pt x="7200900" y="1047751"/>
                </a:lnTo>
                <a:cubicBezTo>
                  <a:pt x="7200900" y="1110876"/>
                  <a:pt x="7149726" y="1162050"/>
                  <a:pt x="7086601" y="1162050"/>
                </a:cubicBezTo>
                <a:lnTo>
                  <a:pt x="114299" y="1162050"/>
                </a:lnTo>
                <a:cubicBezTo>
                  <a:pt x="51174" y="1162050"/>
                  <a:pt x="0" y="1110876"/>
                  <a:pt x="0" y="1047751"/>
                </a:cubicBezTo>
                <a:lnTo>
                  <a:pt x="0" y="114299"/>
                </a:lnTo>
                <a:cubicBezTo>
                  <a:pt x="0" y="51174"/>
                  <a:pt x="51174" y="0"/>
                  <a:pt x="114299" y="0"/>
                </a:cubicBezTo>
                <a:close/>
              </a:path>
            </a:pathLst>
          </a:custGeom>
          <a:solidFill>
            <a:srgbClr val="FFFFFF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4762376" y="1714251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A3B1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4846836" y="1771427"/>
            <a:ext cx="304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8F5F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5295677" y="1676177"/>
            <a:ext cx="64579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585C4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Ten Pink Cubes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5295677" y="1980902"/>
            <a:ext cx="6448425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3A3A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Pink Tower consists of 10 wooden cubes in graduated sizes, from 1cm³ to 10cm³.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4610075" y="2842368"/>
            <a:ext cx="7200900" cy="1162050"/>
          </a:xfrm>
          <a:custGeom>
            <a:avLst/>
            <a:gdLst/>
            <a:ahLst/>
            <a:cxnLst/>
            <a:rect l="l" t="t" r="r" b="b"/>
            <a:pathLst>
              <a:path w="7200900" h="1162050">
                <a:moveTo>
                  <a:pt x="114299" y="0"/>
                </a:moveTo>
                <a:lnTo>
                  <a:pt x="7086601" y="0"/>
                </a:lnTo>
                <a:cubicBezTo>
                  <a:pt x="7149726" y="0"/>
                  <a:pt x="7200900" y="51174"/>
                  <a:pt x="7200900" y="114299"/>
                </a:cubicBezTo>
                <a:lnTo>
                  <a:pt x="7200900" y="1047751"/>
                </a:lnTo>
                <a:cubicBezTo>
                  <a:pt x="7200900" y="1110876"/>
                  <a:pt x="7149726" y="1162050"/>
                  <a:pt x="7086601" y="1162050"/>
                </a:cubicBezTo>
                <a:lnTo>
                  <a:pt x="114299" y="1162050"/>
                </a:lnTo>
                <a:cubicBezTo>
                  <a:pt x="51174" y="1162050"/>
                  <a:pt x="0" y="1110876"/>
                  <a:pt x="0" y="1047751"/>
                </a:cubicBezTo>
                <a:lnTo>
                  <a:pt x="0" y="114299"/>
                </a:lnTo>
                <a:cubicBezTo>
                  <a:pt x="0" y="51174"/>
                  <a:pt x="51174" y="0"/>
                  <a:pt x="114299" y="0"/>
                </a:cubicBezTo>
                <a:close/>
              </a:path>
            </a:pathLst>
          </a:custGeom>
          <a:solidFill>
            <a:srgbClr val="FFFFFF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4762376" y="303274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4858817" y="3137543"/>
            <a:ext cx="192881" cy="171450"/>
          </a:xfrm>
          <a:custGeom>
            <a:avLst/>
            <a:gdLst/>
            <a:ahLst/>
            <a:cxnLst/>
            <a:rect l="l" t="t" r="r" b="b"/>
            <a:pathLst>
              <a:path w="192881" h="171450">
                <a:moveTo>
                  <a:pt x="82577" y="125440"/>
                </a:moveTo>
                <a:lnTo>
                  <a:pt x="50430" y="157587"/>
                </a:lnTo>
                <a:cubicBezTo>
                  <a:pt x="46245" y="161772"/>
                  <a:pt x="39447" y="161772"/>
                  <a:pt x="35261" y="157587"/>
                </a:cubicBezTo>
                <a:lnTo>
                  <a:pt x="3114" y="125440"/>
                </a:lnTo>
                <a:cubicBezTo>
                  <a:pt x="-1072" y="121254"/>
                  <a:pt x="-1072" y="114456"/>
                  <a:pt x="3114" y="110270"/>
                </a:cubicBezTo>
                <a:cubicBezTo>
                  <a:pt x="7300" y="106085"/>
                  <a:pt x="14098" y="106085"/>
                  <a:pt x="18284" y="110270"/>
                </a:cubicBezTo>
                <a:lnTo>
                  <a:pt x="32147" y="124134"/>
                </a:lnTo>
                <a:lnTo>
                  <a:pt x="32147" y="21431"/>
                </a:lnTo>
                <a:cubicBezTo>
                  <a:pt x="32147" y="15504"/>
                  <a:pt x="36935" y="10716"/>
                  <a:pt x="42863" y="10716"/>
                </a:cubicBezTo>
                <a:cubicBezTo>
                  <a:pt x="48790" y="10716"/>
                  <a:pt x="53578" y="15504"/>
                  <a:pt x="53578" y="21431"/>
                </a:cubicBezTo>
                <a:lnTo>
                  <a:pt x="53578" y="124134"/>
                </a:lnTo>
                <a:lnTo>
                  <a:pt x="67441" y="110270"/>
                </a:lnTo>
                <a:cubicBezTo>
                  <a:pt x="71627" y="106085"/>
                  <a:pt x="78425" y="106085"/>
                  <a:pt x="82611" y="110270"/>
                </a:cubicBezTo>
                <a:cubicBezTo>
                  <a:pt x="86797" y="114456"/>
                  <a:pt x="86797" y="121254"/>
                  <a:pt x="82611" y="125440"/>
                </a:cubicBezTo>
                <a:close/>
                <a:moveTo>
                  <a:pt x="107156" y="160734"/>
                </a:moveTo>
                <a:cubicBezTo>
                  <a:pt x="101229" y="160734"/>
                  <a:pt x="96441" y="155946"/>
                  <a:pt x="96441" y="150019"/>
                </a:cubicBezTo>
                <a:cubicBezTo>
                  <a:pt x="96441" y="144092"/>
                  <a:pt x="101229" y="139303"/>
                  <a:pt x="107156" y="139303"/>
                </a:cubicBezTo>
                <a:lnTo>
                  <a:pt x="117872" y="139303"/>
                </a:lnTo>
                <a:cubicBezTo>
                  <a:pt x="123799" y="139303"/>
                  <a:pt x="128588" y="144092"/>
                  <a:pt x="128588" y="150019"/>
                </a:cubicBezTo>
                <a:cubicBezTo>
                  <a:pt x="128588" y="155946"/>
                  <a:pt x="123799" y="160734"/>
                  <a:pt x="117872" y="160734"/>
                </a:cubicBezTo>
                <a:lnTo>
                  <a:pt x="107156" y="160734"/>
                </a:lnTo>
                <a:close/>
                <a:moveTo>
                  <a:pt x="107156" y="117872"/>
                </a:moveTo>
                <a:cubicBezTo>
                  <a:pt x="101229" y="117872"/>
                  <a:pt x="96441" y="113083"/>
                  <a:pt x="96441" y="107156"/>
                </a:cubicBezTo>
                <a:cubicBezTo>
                  <a:pt x="96441" y="101229"/>
                  <a:pt x="101229" y="96441"/>
                  <a:pt x="107156" y="96441"/>
                </a:cubicBezTo>
                <a:lnTo>
                  <a:pt x="139303" y="96441"/>
                </a:lnTo>
                <a:cubicBezTo>
                  <a:pt x="145230" y="96441"/>
                  <a:pt x="150019" y="101229"/>
                  <a:pt x="150019" y="107156"/>
                </a:cubicBezTo>
                <a:cubicBezTo>
                  <a:pt x="150019" y="113083"/>
                  <a:pt x="145230" y="117872"/>
                  <a:pt x="139303" y="117872"/>
                </a:cubicBezTo>
                <a:lnTo>
                  <a:pt x="107156" y="117872"/>
                </a:lnTo>
                <a:close/>
                <a:moveTo>
                  <a:pt x="107156" y="75009"/>
                </a:moveTo>
                <a:cubicBezTo>
                  <a:pt x="101229" y="75009"/>
                  <a:pt x="96441" y="70221"/>
                  <a:pt x="96441" y="64294"/>
                </a:cubicBezTo>
                <a:cubicBezTo>
                  <a:pt x="96441" y="58367"/>
                  <a:pt x="101229" y="53578"/>
                  <a:pt x="107156" y="53578"/>
                </a:cubicBezTo>
                <a:lnTo>
                  <a:pt x="160734" y="53578"/>
                </a:lnTo>
                <a:cubicBezTo>
                  <a:pt x="166661" y="53578"/>
                  <a:pt x="171450" y="58367"/>
                  <a:pt x="171450" y="64294"/>
                </a:cubicBezTo>
                <a:cubicBezTo>
                  <a:pt x="171450" y="70221"/>
                  <a:pt x="166661" y="75009"/>
                  <a:pt x="160734" y="75009"/>
                </a:cubicBezTo>
                <a:lnTo>
                  <a:pt x="107156" y="75009"/>
                </a:lnTo>
                <a:close/>
                <a:moveTo>
                  <a:pt x="107156" y="32147"/>
                </a:moveTo>
                <a:cubicBezTo>
                  <a:pt x="101229" y="32147"/>
                  <a:pt x="96441" y="27358"/>
                  <a:pt x="96441" y="21431"/>
                </a:cubicBezTo>
                <a:cubicBezTo>
                  <a:pt x="96441" y="15504"/>
                  <a:pt x="101229" y="10716"/>
                  <a:pt x="107156" y="10716"/>
                </a:cubicBezTo>
                <a:lnTo>
                  <a:pt x="182166" y="10716"/>
                </a:lnTo>
                <a:cubicBezTo>
                  <a:pt x="188093" y="10716"/>
                  <a:pt x="192881" y="15504"/>
                  <a:pt x="192881" y="21431"/>
                </a:cubicBezTo>
                <a:cubicBezTo>
                  <a:pt x="192881" y="27358"/>
                  <a:pt x="188093" y="32147"/>
                  <a:pt x="182166" y="32147"/>
                </a:cubicBezTo>
                <a:lnTo>
                  <a:pt x="107156" y="32147"/>
                </a:lnTo>
                <a:close/>
              </a:path>
            </a:pathLst>
          </a:custGeom>
          <a:solidFill>
            <a:srgbClr val="F8F5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5295677" y="2994668"/>
            <a:ext cx="64579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585C4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Size Discrimination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5295677" y="3299394"/>
            <a:ext cx="6448425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3A3A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Children arrange cubes from largest to smallest, developing visual and tactile awareness of dimension.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4610075" y="4160862"/>
            <a:ext cx="7200900" cy="1162050"/>
          </a:xfrm>
          <a:custGeom>
            <a:avLst/>
            <a:gdLst/>
            <a:ahLst/>
            <a:cxnLst/>
            <a:rect l="l" t="t" r="r" b="b"/>
            <a:pathLst>
              <a:path w="7200900" h="1162050">
                <a:moveTo>
                  <a:pt x="114299" y="0"/>
                </a:moveTo>
                <a:lnTo>
                  <a:pt x="7086601" y="0"/>
                </a:lnTo>
                <a:cubicBezTo>
                  <a:pt x="7149726" y="0"/>
                  <a:pt x="7200900" y="51174"/>
                  <a:pt x="7200900" y="114299"/>
                </a:cubicBezTo>
                <a:lnTo>
                  <a:pt x="7200900" y="1047751"/>
                </a:lnTo>
                <a:cubicBezTo>
                  <a:pt x="7200900" y="1110876"/>
                  <a:pt x="7149726" y="1162050"/>
                  <a:pt x="7086601" y="1162050"/>
                </a:cubicBezTo>
                <a:lnTo>
                  <a:pt x="114299" y="1162050"/>
                </a:lnTo>
                <a:cubicBezTo>
                  <a:pt x="51174" y="1162050"/>
                  <a:pt x="0" y="1110876"/>
                  <a:pt x="0" y="1047751"/>
                </a:cubicBezTo>
                <a:lnTo>
                  <a:pt x="0" y="114299"/>
                </a:lnTo>
                <a:cubicBezTo>
                  <a:pt x="0" y="51174"/>
                  <a:pt x="51174" y="0"/>
                  <a:pt x="114299" y="0"/>
                </a:cubicBezTo>
                <a:close/>
              </a:path>
            </a:pathLst>
          </a:custGeom>
          <a:solidFill>
            <a:srgbClr val="FFFFFF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4762376" y="4351237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A3B1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4869532" y="4456037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40184" y="18752"/>
                </a:moveTo>
                <a:cubicBezTo>
                  <a:pt x="40184" y="8405"/>
                  <a:pt x="48589" y="0"/>
                  <a:pt x="58936" y="0"/>
                </a:cubicBezTo>
                <a:lnTo>
                  <a:pt x="66973" y="0"/>
                </a:lnTo>
                <a:cubicBezTo>
                  <a:pt x="72900" y="0"/>
                  <a:pt x="77688" y="4789"/>
                  <a:pt x="77688" y="10716"/>
                </a:cubicBezTo>
                <a:lnTo>
                  <a:pt x="77688" y="160734"/>
                </a:lnTo>
                <a:cubicBezTo>
                  <a:pt x="77688" y="166661"/>
                  <a:pt x="72900" y="171450"/>
                  <a:pt x="66973" y="171450"/>
                </a:cubicBezTo>
                <a:lnTo>
                  <a:pt x="56257" y="171450"/>
                </a:lnTo>
                <a:cubicBezTo>
                  <a:pt x="46278" y="171450"/>
                  <a:pt x="37873" y="164619"/>
                  <a:pt x="35496" y="155377"/>
                </a:cubicBezTo>
                <a:cubicBezTo>
                  <a:pt x="35261" y="155377"/>
                  <a:pt x="35060" y="155377"/>
                  <a:pt x="34826" y="155377"/>
                </a:cubicBezTo>
                <a:cubicBezTo>
                  <a:pt x="20025" y="155377"/>
                  <a:pt x="8037" y="143388"/>
                  <a:pt x="8037" y="128588"/>
                </a:cubicBezTo>
                <a:cubicBezTo>
                  <a:pt x="8037" y="122560"/>
                  <a:pt x="10046" y="117001"/>
                  <a:pt x="13395" y="112514"/>
                </a:cubicBezTo>
                <a:cubicBezTo>
                  <a:pt x="6898" y="107625"/>
                  <a:pt x="2679" y="99856"/>
                  <a:pt x="2679" y="91083"/>
                </a:cubicBezTo>
                <a:cubicBezTo>
                  <a:pt x="2679" y="80736"/>
                  <a:pt x="8573" y="71728"/>
                  <a:pt x="17145" y="67274"/>
                </a:cubicBezTo>
                <a:cubicBezTo>
                  <a:pt x="14767" y="63256"/>
                  <a:pt x="13395" y="58568"/>
                  <a:pt x="13395" y="53578"/>
                </a:cubicBezTo>
                <a:cubicBezTo>
                  <a:pt x="13395" y="38777"/>
                  <a:pt x="25383" y="26789"/>
                  <a:pt x="40184" y="26789"/>
                </a:cubicBezTo>
                <a:lnTo>
                  <a:pt x="40184" y="18752"/>
                </a:lnTo>
                <a:close/>
                <a:moveTo>
                  <a:pt x="131266" y="18752"/>
                </a:moveTo>
                <a:lnTo>
                  <a:pt x="131266" y="26789"/>
                </a:lnTo>
                <a:cubicBezTo>
                  <a:pt x="146067" y="26789"/>
                  <a:pt x="158055" y="38777"/>
                  <a:pt x="158055" y="53578"/>
                </a:cubicBezTo>
                <a:cubicBezTo>
                  <a:pt x="158055" y="58601"/>
                  <a:pt x="156683" y="63289"/>
                  <a:pt x="154305" y="67274"/>
                </a:cubicBezTo>
                <a:cubicBezTo>
                  <a:pt x="162911" y="71728"/>
                  <a:pt x="168771" y="80702"/>
                  <a:pt x="168771" y="91083"/>
                </a:cubicBezTo>
                <a:cubicBezTo>
                  <a:pt x="168771" y="99856"/>
                  <a:pt x="164552" y="107625"/>
                  <a:pt x="158055" y="112514"/>
                </a:cubicBezTo>
                <a:cubicBezTo>
                  <a:pt x="161404" y="117001"/>
                  <a:pt x="163413" y="122560"/>
                  <a:pt x="163413" y="128588"/>
                </a:cubicBezTo>
                <a:cubicBezTo>
                  <a:pt x="163413" y="143388"/>
                  <a:pt x="151425" y="155377"/>
                  <a:pt x="136624" y="155377"/>
                </a:cubicBezTo>
                <a:cubicBezTo>
                  <a:pt x="136390" y="155377"/>
                  <a:pt x="136189" y="155377"/>
                  <a:pt x="135954" y="155377"/>
                </a:cubicBezTo>
                <a:cubicBezTo>
                  <a:pt x="133577" y="164619"/>
                  <a:pt x="125172" y="171450"/>
                  <a:pt x="115193" y="171450"/>
                </a:cubicBezTo>
                <a:lnTo>
                  <a:pt x="104477" y="171450"/>
                </a:lnTo>
                <a:cubicBezTo>
                  <a:pt x="98550" y="171450"/>
                  <a:pt x="93762" y="166661"/>
                  <a:pt x="93762" y="160734"/>
                </a:cubicBezTo>
                <a:lnTo>
                  <a:pt x="93762" y="10716"/>
                </a:lnTo>
                <a:cubicBezTo>
                  <a:pt x="93762" y="4789"/>
                  <a:pt x="98550" y="0"/>
                  <a:pt x="104477" y="0"/>
                </a:cubicBezTo>
                <a:lnTo>
                  <a:pt x="112514" y="0"/>
                </a:lnTo>
                <a:cubicBezTo>
                  <a:pt x="122861" y="0"/>
                  <a:pt x="131266" y="8405"/>
                  <a:pt x="131266" y="18752"/>
                </a:cubicBezTo>
                <a:close/>
              </a:path>
            </a:pathLst>
          </a:custGeom>
          <a:solidFill>
            <a:srgbClr val="F8F5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5295677" y="4313162"/>
            <a:ext cx="64579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585C4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Builds Concentration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5295677" y="4617888"/>
            <a:ext cx="6448425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3A3A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activity requires focus, patience, and precise movements, strengthening attention spans.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4610075" y="5479354"/>
            <a:ext cx="7200900" cy="1162050"/>
          </a:xfrm>
          <a:custGeom>
            <a:avLst/>
            <a:gdLst/>
            <a:ahLst/>
            <a:cxnLst/>
            <a:rect l="l" t="t" r="r" b="b"/>
            <a:pathLst>
              <a:path w="7200900" h="1162050">
                <a:moveTo>
                  <a:pt x="114299" y="0"/>
                </a:moveTo>
                <a:lnTo>
                  <a:pt x="7086601" y="0"/>
                </a:lnTo>
                <a:cubicBezTo>
                  <a:pt x="7149726" y="0"/>
                  <a:pt x="7200900" y="51174"/>
                  <a:pt x="7200900" y="114299"/>
                </a:cubicBezTo>
                <a:lnTo>
                  <a:pt x="7200900" y="1047751"/>
                </a:lnTo>
                <a:cubicBezTo>
                  <a:pt x="7200900" y="1110876"/>
                  <a:pt x="7149726" y="1162050"/>
                  <a:pt x="7086601" y="1162050"/>
                </a:cubicBezTo>
                <a:lnTo>
                  <a:pt x="114299" y="1162050"/>
                </a:lnTo>
                <a:cubicBezTo>
                  <a:pt x="51174" y="1162050"/>
                  <a:pt x="0" y="1110876"/>
                  <a:pt x="0" y="1047751"/>
                </a:cubicBezTo>
                <a:lnTo>
                  <a:pt x="0" y="114299"/>
                </a:lnTo>
                <a:cubicBezTo>
                  <a:pt x="0" y="51174"/>
                  <a:pt x="51174" y="0"/>
                  <a:pt x="114299" y="0"/>
                </a:cubicBezTo>
                <a:close/>
              </a:path>
            </a:pathLst>
          </a:custGeom>
          <a:solidFill>
            <a:srgbClr val="FFFFFF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4762376" y="5669731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>
            <a:off x="4869532" y="5774531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77856" y="1741"/>
                </a:moveTo>
                <a:cubicBezTo>
                  <a:pt x="82845" y="-569"/>
                  <a:pt x="88605" y="-569"/>
                  <a:pt x="93594" y="1741"/>
                </a:cubicBezTo>
                <a:lnTo>
                  <a:pt x="166795" y="35562"/>
                </a:lnTo>
                <a:cubicBezTo>
                  <a:pt x="169642" y="36868"/>
                  <a:pt x="171450" y="39715"/>
                  <a:pt x="171450" y="42863"/>
                </a:cubicBezTo>
                <a:cubicBezTo>
                  <a:pt x="171450" y="46010"/>
                  <a:pt x="169642" y="48857"/>
                  <a:pt x="166795" y="50163"/>
                </a:cubicBezTo>
                <a:lnTo>
                  <a:pt x="93594" y="83984"/>
                </a:lnTo>
                <a:cubicBezTo>
                  <a:pt x="88605" y="86294"/>
                  <a:pt x="82845" y="86294"/>
                  <a:pt x="77856" y="83984"/>
                </a:cubicBezTo>
                <a:lnTo>
                  <a:pt x="4655" y="50163"/>
                </a:lnTo>
                <a:cubicBezTo>
                  <a:pt x="1808" y="48823"/>
                  <a:pt x="0" y="45977"/>
                  <a:pt x="0" y="42863"/>
                </a:cubicBezTo>
                <a:cubicBezTo>
                  <a:pt x="0" y="39748"/>
                  <a:pt x="1808" y="36868"/>
                  <a:pt x="4655" y="35562"/>
                </a:cubicBezTo>
                <a:lnTo>
                  <a:pt x="77856" y="1741"/>
                </a:lnTo>
                <a:close/>
                <a:moveTo>
                  <a:pt x="16107" y="73134"/>
                </a:moveTo>
                <a:lnTo>
                  <a:pt x="71125" y="98550"/>
                </a:lnTo>
                <a:cubicBezTo>
                  <a:pt x="80401" y="102837"/>
                  <a:pt x="91083" y="102837"/>
                  <a:pt x="100359" y="98550"/>
                </a:cubicBezTo>
                <a:lnTo>
                  <a:pt x="155377" y="73134"/>
                </a:lnTo>
                <a:lnTo>
                  <a:pt x="166795" y="78425"/>
                </a:lnTo>
                <a:cubicBezTo>
                  <a:pt x="169642" y="79731"/>
                  <a:pt x="171450" y="82577"/>
                  <a:pt x="171450" y="85725"/>
                </a:cubicBezTo>
                <a:cubicBezTo>
                  <a:pt x="171450" y="88873"/>
                  <a:pt x="169642" y="91719"/>
                  <a:pt x="166795" y="93025"/>
                </a:cubicBezTo>
                <a:lnTo>
                  <a:pt x="93594" y="126846"/>
                </a:lnTo>
                <a:cubicBezTo>
                  <a:pt x="88605" y="129157"/>
                  <a:pt x="82845" y="129157"/>
                  <a:pt x="77856" y="126846"/>
                </a:cubicBezTo>
                <a:lnTo>
                  <a:pt x="4655" y="93025"/>
                </a:lnTo>
                <a:cubicBezTo>
                  <a:pt x="1808" y="91686"/>
                  <a:pt x="0" y="88839"/>
                  <a:pt x="0" y="85725"/>
                </a:cubicBezTo>
                <a:cubicBezTo>
                  <a:pt x="0" y="82611"/>
                  <a:pt x="1808" y="79731"/>
                  <a:pt x="4655" y="78425"/>
                </a:cubicBezTo>
                <a:lnTo>
                  <a:pt x="16073" y="73134"/>
                </a:lnTo>
                <a:close/>
                <a:moveTo>
                  <a:pt x="4655" y="121287"/>
                </a:moveTo>
                <a:lnTo>
                  <a:pt x="16073" y="115997"/>
                </a:lnTo>
                <a:lnTo>
                  <a:pt x="71091" y="141413"/>
                </a:lnTo>
                <a:cubicBezTo>
                  <a:pt x="80367" y="145699"/>
                  <a:pt x="91049" y="145699"/>
                  <a:pt x="100325" y="141413"/>
                </a:cubicBezTo>
                <a:lnTo>
                  <a:pt x="155343" y="115997"/>
                </a:lnTo>
                <a:lnTo>
                  <a:pt x="166762" y="121287"/>
                </a:lnTo>
                <a:cubicBezTo>
                  <a:pt x="169608" y="122593"/>
                  <a:pt x="171417" y="125440"/>
                  <a:pt x="171417" y="128588"/>
                </a:cubicBezTo>
                <a:cubicBezTo>
                  <a:pt x="171417" y="131735"/>
                  <a:pt x="169608" y="134582"/>
                  <a:pt x="166762" y="135888"/>
                </a:cubicBezTo>
                <a:lnTo>
                  <a:pt x="93561" y="169709"/>
                </a:lnTo>
                <a:cubicBezTo>
                  <a:pt x="88571" y="172019"/>
                  <a:pt x="82812" y="172019"/>
                  <a:pt x="77822" y="169709"/>
                </a:cubicBezTo>
                <a:lnTo>
                  <a:pt x="4655" y="135888"/>
                </a:lnTo>
                <a:cubicBezTo>
                  <a:pt x="1808" y="134548"/>
                  <a:pt x="0" y="131702"/>
                  <a:pt x="0" y="128588"/>
                </a:cubicBezTo>
                <a:cubicBezTo>
                  <a:pt x="0" y="125473"/>
                  <a:pt x="1808" y="122593"/>
                  <a:pt x="4655" y="121287"/>
                </a:cubicBezTo>
                <a:close/>
              </a:path>
            </a:pathLst>
          </a:custGeom>
          <a:solidFill>
            <a:srgbClr val="F8F5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5295677" y="5631656"/>
            <a:ext cx="64579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585C4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Understanding Order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5295677" y="5936382"/>
            <a:ext cx="6448425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3A3A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Children learn sequencing, comparison, and mathematical concepts through hands-on exploration.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341</Words>
  <Application>Microsoft Office PowerPoint</Application>
  <PresentationFormat>Widescreen</PresentationFormat>
  <Paragraphs>53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Hedvig Letters Sans</vt:lpstr>
      <vt:lpstr>Quattrocento Sans</vt:lpstr>
      <vt:lpstr>Sorts Mill Goudy</vt:lpstr>
      <vt:lpstr>Arial</vt:lpstr>
      <vt:lpstr>Custom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Early Childhood Development</dc:title>
  <dc:subject>Early Childhood Development</dc:subject>
  <dc:creator>Kimi</dc:creator>
  <cp:lastModifiedBy>Syed Mohammed</cp:lastModifiedBy>
  <cp:revision>1</cp:revision>
  <dcterms:created xsi:type="dcterms:W3CDTF">2026-03-07T12:46:15Z</dcterms:created>
  <dcterms:modified xsi:type="dcterms:W3CDTF">2026-03-07T12:53:33Z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{"Label":"Early Childhood Development","ContentProducer":"001191110108MACG2KBH8F10000","ProduceID":"19cc852c-4132-83d9-8000-000080e86667","ReservedCode1":"","ContentPropagator":"001191110108MACG2KBH8F20000","PropagateID":"19cc852c-4132-83d9-8000-000080e86667","ReservedCode2":""}</vt:lpwstr>
  </property>
</Properties>
</file>